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4a85b30b0d2472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7" r:id="Re1bf03ec24c543a3"/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slide" Target="/ppt/slides/slide2.xml" Id="Re1bf03ec24c543a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868af7f3348ac" /><Relationship Type="http://schemas.openxmlformats.org/officeDocument/2006/relationships/slide" Target="/ppt/slides/slide1.xml" Id="R14eb34fd8c6d476e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Table 2"/>
          <p:cNvGraphicFramePr/>
          <p:nvPr/>
        </p:nvGraphicFramePr>
        <p:xfrm>
          <a:off x="900000" y="900000"/>
          <a:ext cx="7200000" cy="1080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00000"/>
                <a:gridCol w="3600000"/>
              </a:tblGrid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2.xml><?xml version="1.0" encoding="utf-8"?>
<p:sld xmlns:a="http://schemas.openxmlformats.org/drawingml/2006/main" xmlns:r="http://schemas.openxmlformats.org/officeDocument/2006/relationships" xmlns:p159="http://schemas.microsoft.com/office/powerpoint/2018/8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 xmlns:p="http://schemas.openxmlformats.org/presentationml/2006/main" xmlns:a="http://schemas.openxmlformats.org/drawingml/2006/main" xmlns:r="http://schemas.openxmlformats.org/officeDocument/2006/relationships" xmlns:p159="http://schemas.microsoft.com/office/powerpoint/2018/8/main">
        <p:nvGraphicFramePr>
          <p:cNvPr id="2" name="Slide Zoom 2"/>
          <p:cNvGraphicFramePr/>
          <p:nvPr/>
        </p:nvGraphicFramePr>
        <p:xfrm>
          <a:off x="1440000" y="1440000"/>
          <a:ext cx="2880000" cy="1800000"/>
        </p:xfrm>
        <a:graphic>
          <a:graphicData uri="http://schemas.microsoft.com/office/powerpoint/2018/8/main">
            <p159:slideZoom r:embed="R14eb34fd8c6d476e">
              <p159:slideZoomObjBg>
                <a:noFill/>
              </p159:slideZoomObjBg>
            </p159:slideZoom>
          </a:graphicData>
        </a:graphic>
      </p:graphicFrame>
    </p:spTree>
  </p:cSld>
  <p:clrMapOvr>
    <a:masterClrMapping xmlns:a="http://schemas.openxmlformats.org/drawingml/2006/main"/>
  </p:clrMapOvr>
</p:sld>
</file>