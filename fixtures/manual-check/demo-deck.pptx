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db5d42a9a9a433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id="257" r:id="R6db65353a0c74666"/>
  </p:sldIdLst>
  <p:sldSz cx="12192000" cy="68580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slide" Target="/ppt/slides/slide2.xml" Id="R6db65353a0c7466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Id2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Layouts/slideMasters/theme/theme1.xml><?xml version="1.0" encoding="utf-8"?>
<a:theme xmlns:a="http://schemas.openxmlformats.org/drawingml/2006/main" name="AIOffice">
  <a:themeElements>
    <a:clrScheme name="AI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I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I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9aded6a4649c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AIOffice 手工核验 Manual Check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请用 PowerPoint 打开确认 / Open me in real PowerPoint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2000"/>
              <a:t>If this renders correctly, the v0 pptx pipeline is sane.</a:t>
            </a:r>
          </a:p>
        </p:txBody>
      </p:sp>
    </p:spTree>
  </p:cSld>
  <p:clrMapOvr>
    <a:masterClrMapping xmlns:a="http://schemas.openxmlformats.org/drawingml/2006/main"/>
  </p:clrMapOvr>
</p:sld>
</file>