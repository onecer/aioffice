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application/vnd.openxmlformats-officedocument.spreadsheetml.sheet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Masters/slideMaster1.xml" ContentType="application/vnd.openxmlformats-officedocument.presentationml.slideMaster+xml"/>
  <Override PartName="/ppt/slideLayouts/slideMasters/theme/theme1.xml" ContentType="application/vnd.openxmlformats-officedocument.theme+xml"/>
  <Override PartName="/ppt/slides/charts/chart1.xml" ContentType="application/vnd.openxmlformats-officedocument.drawingml.chart+xml"/>
  <Override PartName="/media/mediadatamp4" ContentType="video/mp4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29690b5173e4cf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</p:sldIdLst>
  <p:sldSz cx="12192000" cy="68580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slideMaster" Target="/ppt/slideLayouts/slideMasters/slideMaster1.xml" Id="rId1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Layouts/slideMasters/theme/theme1.xml" Id="rId2" /><Relationship Type="http://schemas.openxmlformats.org/officeDocument/2006/relationships/slideLayout" Target="/ppt/slideLayouts/slideLayout1.xml" Id="rId1" /></Relationships>
</file>

<file path=ppt/slideLayouts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Layouts/slideMasters/theme/theme1.xml><?xml version="1.0" encoding="utf-8"?>
<a:theme xmlns:a="http://schemas.openxmlformats.org/drawingml/2006/main" name="AIOffice">
  <a:themeElements>
    <a:clrScheme name="AI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I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I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chart" Target="/ppt/slides/charts/chart1.xml" Id="R75f275a58dda480d" /><Relationship Type="http://schemas.openxmlformats.org/officeDocument/2006/relationships/video" Target="/media/mediadatamp4" Id="R5f0b5f9770a24fba" /><Relationship Type="http://schemas.microsoft.com/office/2007/relationships/media" Target="/media/mediadatamp4" Id="R82a5326da0d847ac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.bin" Id="R2eb899558dfe41d4" /></Relationships>
</file>

<file path=ppt/slides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Sales by region (doughnut)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West</c:v>
                </c:pt>
                <c:pt idx="2">
                  <c:v>North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90</c:v>
                </c:pt>
                <c:pt idx="2">
                  <c:v>150</c:v>
                </c:pt>
                <c:pt idx="3">
                  <c:v>80</c:v>
                </c:pt>
              </c:numCache>
            </c:numRef>
          </c:val>
        </c:ser>
        <c:firstSliceAng val="0"/>
        <c:holeSize val="50"/>
      </c:doughnutChart>
    </c:plotArea>
    <c:plotVisOnly val="1"/>
  </c:chart>
  <c:externalData r:id="R2eb899558dfe41d4">
    <c:autoUpdate val="0"/>
  </c:externalData>
</c:chartSpace>
</file>

<file path=ppt/slides/slide1.xml><?xml version="1.0" encoding="utf-8"?>
<p:sld xmlns:r="http://schemas.openxmlformats.org/officeDocument/2006/relationships" xmlns:c="http://schemas.openxmlformats.org/drawingml/2006/chart" xmlns:p14="http://schemas.microsoft.com/office/powerpoint/2010/main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" name="Chart 2"/>
          <p:cNvGraphicFramePr/>
          <p:nvPr/>
        </p:nvGraphicFramePr>
        <p:xfrm>
          <a:off x="360000" y="360000"/>
          <a:ext cx="2160000" cy="162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75f275a58dda480d"/>
          </a:graphicData>
        </a:graphic>
      </p:graphicFrame>
      <p:pic>
        <p:nvPicPr>
          <p:cNvPr id="3" name="Intro clip">
            <a:hlinkClick r:id="" action="ppaction://media"/>
          </p:cNvPr>
          <p:cNvPicPr>
            <a:picLocks noChangeAspect="1"/>
          </p:cNvPicPr>
          <p:nvPr>
            <a:videoFile r:link="R5f0b5f9770a24fba"/>
            <p:extLst>
              <p:ext uri="{DAA4B4D4-6D71-4841-9C94-3DE7FCFB9230}">
                <p14:media xmlns:p14="http://schemas.microsoft.com/office/powerpoint/2010/main" r:embed="R82a5326da0d847ac"/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2880000" y="360000"/>
            <a:ext cx="1440000" cy="1080000"/>
          </a:xfrm>
          <a:prstGeom prst="rect">
            <a:avLst/>
          </a:prstGeom>
        </p:spPr>
      </p:pic>
    </p:spTree>
  </p:cSld>
  <p:clrMapOvr>
    <a:masterClrMapping xmlns:a="http://schemas.openxmlformats.org/drawingml/2006/main"/>
  </p:clrMapOvr>
  <p:transition p14:dur="600">
    <p:zoom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video>
                    <p:cMediaNode vol="50000">
                      <p:cTn id="3" fill="hold" display="0">
                        <p:stCondLst>
                          <p:cond delay="indefinite"/>
                        </p:stCondLst>
                      </p:cTn>
                      <p:tgtEl>
                        <p:spTgt spid="3"/>
                      </p:tgtEl>
                    </p:cMediaNode>
                  </p:video>
                </p:childTnLst>
              </p:cTn>
            </p:seq>
          </p:childTnLst>
        </p:cTn>
      </p:par>
    </p:tnLst>
  </p:timing>
</p:sld>
</file>