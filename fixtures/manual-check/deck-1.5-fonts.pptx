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rels" ContentType="application/vnd.openxmlformats-package.relationships+xml"/>
  <Default Extension="ttf" ContentType="application/x-font-ttf"/>
  <Override PartName="/ppt/slides/slide1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Masters/slideMaster1.xml" ContentType="application/vnd.openxmlformats-officedocument.presentationml.slideMaster+xml"/>
  <Override PartName="/ppt/slideLayouts/slideMasters/theme/theme1.xml" ContentType="application/vnd.openxmlformats-officedocument.theme+xml"/>
  <Override PartName="/ppt/slideLayouts/slideLayouts/slideLayout2.xml" ContentType="application/vnd.openxmlformats-officedocument.presentationml.slideLayout+xml"/>
  <Override PartName="/ppt/slides/slide2.xml" ContentType="application/vnd.openxmlformats-officedocument.presentationml.slide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066e989fb5334bb7" /></Relationships>
</file>

<file path=ppt/presentation.xml><?xml version="1.0" encoding="utf-8"?>
<p:presentation xmlns:r="http://schemas.openxmlformats.org/officeDocument/2006/relationships" xmlns:p="http://schemas.openxmlformats.org/presentationml/2006/main" embedTrueTypeFonts="1">
  <p:sldMasterIdLst>
    <p:sldMasterId xmlns:r="http://schemas.openxmlformats.org/officeDocument/2006/relationships" id="2147483648" r:id="rId1"/>
  </p:sldMasterIdLst>
  <p:sldIdLst>
    <p:sldId id="257" r:id="R090e3b0e00c342c4"/>
    <p:sldId xmlns:r="http://schemas.openxmlformats.org/officeDocument/2006/relationships" id="256" r:id="rId2"/>
  </p:sldIdLst>
  <p:sldSz cx="12192000" cy="6858000"/>
  <p:notesSz cx="6858000" cy="9144000"/>
  <p:embeddedFontLst>
    <p:embeddedFont>
      <p:font typeface="Brand Sans"/>
      <p:regular r:id="Rf4684a3d89a44caa"/>
    </p:embeddedFont>
  </p:embeddedFontLst>
  <p:defaultTextStyle/>
</p:presentation>
</file>

<file path=ppt/_rels/presentation.xml.rels>&#65279;<?xml version="1.0" encoding="utf-8"?><Relationships xmlns="http://schemas.openxmlformats.org/package/2006/relationships"><Relationship Type="http://schemas.openxmlformats.org/officeDocument/2006/relationships/slide" Target="/ppt/slides/slide1.xml" Id="rId2" /><Relationship Type="http://schemas.openxmlformats.org/officeDocument/2006/relationships/slideMaster" Target="/ppt/slideLayouts/slideMasters/slideMaster1.xml" Id="rId1" /><Relationship Type="http://schemas.openxmlformats.org/officeDocument/2006/relationships/font" Target="/ppt/fonts/font.ttf" Id="Rf4684a3d89a44caa" /><Relationship Type="http://schemas.openxmlformats.org/officeDocument/2006/relationships/slide" Target="/ppt/slides/slide2.xml" Id="R090e3b0e00c342c4" /></Relationship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Layouts/slideMasters/slideMaster1.xml" Id="rId1" /></Relationships>
</file>

<file path=ppt/slideLayouts/slideLayout1.xml><?xml version="1.0" encoding="utf-8"?>
<p:sldLayout xmlns:a="http://schemas.openxmlformats.org/drawingml/2006/main"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Layouts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Layouts/slideMasters/slideMaster1.xml" Id="Rcbdfe70e11db423e" /></Relationships>
</file>

<file path=ppt/slideLayouts/slideLayouts/slideLayout2.xml><?xml version="1.0" encoding="utf-8"?>
<p:sldLayout xmlns:p="http://schemas.openxmlformats.org/presentationml/2006/main" type="cust">
  <p:cSld name="Hero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2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720000" y="360000"/>
            <a:ext cx="10080000" cy="108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Body Placeholder 3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20000" y="1800000"/>
            <a:ext cx="8640000" cy="432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  <p:clrMapOvr>
    <a:masterClrMapping xmlns:a="http://schemas.openxmlformats.org/drawingml/2006/main"/>
  </p:clrMapOvr>
</p:sldLayout>
</file>

<file path=ppt/slideLayouts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Layouts/slideMasters/theme/theme1.xml" Id="rId2" /><Relationship Type="http://schemas.openxmlformats.org/officeDocument/2006/relationships/slideLayout" Target="/ppt/slideLayouts/slideLayout1.xml" Id="rId1" /><Relationship Type="http://schemas.openxmlformats.org/officeDocument/2006/relationships/slideLayout" Target="/ppt/slideLayouts/slideLayouts/slideLayout2.xml" Id="R47b2e686b228481e" /></Relationships>
</file>

<file path=ppt/slideLayouts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Id1"/>
    <p:sldLayoutId id="2147483650" r:id="R47b2e686b228481e"/>
  </p:sldLayoutIdLst>
</p:sldMaster>
</file>

<file path=ppt/slideLayouts/slideMasters/theme/theme1.xml><?xml version="1.0" encoding="utf-8"?>
<a:theme xmlns:a="http://schemas.openxmlformats.org/drawingml/2006/main" name="AIOffice">
  <a:themeElements>
    <a:clrScheme name="AI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AI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AI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>
          <a:solidFill>
            <a:schemeClr val="phClr"/>
          </a:solidFill>
        </a:ln>
        <a:ln w="9525">
          <a:solidFill>
            <a:schemeClr val="phClr"/>
          </a:solidFill>
        </a:ln>
        <a:ln w="9525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s/slideLayout2.xml" Id="R67d2ddf6f1524f14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ction Button: next 2">
            <a:hlinkClick xmlns:r="http://schemas.openxmlformats.org/officeDocument/2006/relationships" xmlns:a="http://schemas.openxmlformats.org/drawingml/2006/main" r:id="" action="ppaction://hlinkshowjump?jump=nextslide"/>
          </p:cNvPr>
          <p:cNvSpPr/>
          <p:nvPr/>
        </p:nvSpPr>
        <p:spPr>
          <a:xfrm xmlns:a="http://schemas.openxmlformats.org/drawingml/2006/main">
            <a:off x="720000" y="5760000"/>
            <a:ext cx="720000" cy="720000"/>
          </a:xfrm>
          <a:prstGeom xmlns:a="http://schemas.openxmlformats.org/drawingml/2006/main" prst="actionButtonForwardNext">
            <a:avLst/>
          </a:prstGeom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  <p:clrMapOvr>
    <a:masterClrMapping xmlns:a="http://schemas.openxmlformats.org/drawingml/2006/main"/>
  </p:clrMapOvr>
</p:sld>
</file>