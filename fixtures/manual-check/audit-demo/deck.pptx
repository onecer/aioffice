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Masters/theme/theme1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530e3851aa845a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</p:sldIdLst>
  <p:sldSz cx="12192000" cy="68580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.xml" Id="rId2" /><Relationship Type="http://schemas.openxmlformats.org/officeDocument/2006/relationships/slideLayout" Target="/ppt/slideLayouts/slideLayout1.xml" Id="rId1" /></Relationships>
</file>

<file path=ppt/slideLayouts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Layouts/slideMasters/theme/theme1.xml><?xml version="1.0" encoding="utf-8"?>
<a:theme xmlns:a="http://schemas.openxmlformats.org/drawingml/2006/main" name="AIOffice">
  <a:themeElements>
    <a:clrScheme name="AI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I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I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.png" Id="R615f877753674689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/>
          <p:cNvSpPr txBox="1"/>
          <p:nvPr/>
        </p:nvSpPr>
        <p:spPr>
          <a:xfrm>
            <a:off x="21600000" y="720000"/>
            <a:ext cx="1800000" cy="10800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Hidden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20000" y="3600000"/>
            <a:ext cx="2880000" cy="720000"/>
          </a:xfrm>
          <a:prstGeom prst="rect">
            <a:avLst/>
          </a:prstGeom>
        </p:spPr>
        <p:txBody>
          <a:bodyPr wrap="square"/>
          <a:lstStyle/>
          <a:p>
            <a:r>
              <a:rPr lang="en-US" sz="600"/>
              <a:t>fine print</a:t>
            </a:r>
          </a:p>
        </p:txBody>
      </p:sp>
      <p:pic>
        <p:nvPicPr>
          <p:cNvPr id="4" name="pic.png"/>
          <p:cNvPicPr>
            <a:picLocks noChangeAspect="1"/>
          </p:cNvPicPr>
          <p:nvPr/>
        </p:nvPicPr>
        <p:blipFill>
          <a:blip xmlns:r="http://schemas.openxmlformats.org/officeDocument/2006/relationships" r:embed="R615f877753674689"/>
          <a:stretch>
            <a:fillRect/>
          </a:stretch>
        </p:blipFill>
        <p:spPr>
          <a:xfrm>
            <a:off x="720000" y="720000"/>
            <a:ext cx="1080000" cy="1080000"/>
          </a:xfrm>
          <a:prstGeom prst="rect">
            <a:avLst/>
          </a:prstGeom>
        </p:spPr>
      </p:pic>
    </p:spTree>
  </p:cSld>
  <p:clrMapOvr>
    <a:masterClrMapping xmlns:a="http://schemas.openxmlformats.org/drawingml/2006/main"/>
  </p:clrMapOvr>
</p:sld>
</file>