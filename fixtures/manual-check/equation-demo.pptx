
<file path=[Content_Types].xml><?xml version="1.0" encoding="utf-8"?>
<Types xmlns="http://schemas.openxmlformats.org/package/2006/content-types">
  <Default Extension="xml" ContentType="application/vnd.openxmlformats-officedocument.presentationml.presentation.main+xml"/>
  <Default Extension="rels" ContentType="application/vnd.openxmlformats-package.relationships+xml"/>
  <Override PartName="/ppt/slides/slide1.xml" ContentType="application/vnd.openxmlformats-officedocument.presentationml.slide+xml"/>
  <Override PartName="/ppt/slideLayouts/slideLayout1.xml" ContentType="application/vnd.openxmlformats-officedocument.presentationml.slideLayout+xml"/>
  <Override PartName="/ppt/slideLayouts/slideMasters/slideMaster1.xml" ContentType="application/vnd.openxmlformats-officedocument.presentationml.slideMaster+xml"/>
  <Override PartName="/ppt/slideLayouts/slideMasters/theme/theme1.xml" ContentType="application/vnd.openxmlformats-officedocument.theme+xml"/>
</Types>
</file>

<file path=_rels/.rels>&#65279;<?xml version="1.0" encoding="utf-8"?><Relationships xmlns="http://schemas.openxmlformats.org/package/2006/relationships"><Relationship Type="http://schemas.openxmlformats.org/officeDocument/2006/relationships/officeDocument" Target="/ppt/presentation.xml" Id="R3c6ea8fb5cc9464e" /></Relationships>
</file>

<file path=ppt/presentation.xml><?xml version="1.0" encoding="utf-8"?>
<p:presentation xmlns:r="http://schemas.openxmlformats.org/officeDocument/2006/relationships" xmlns:p="http://schemas.openxmlformats.org/presentationml/2006/main">
  <p:sldMasterIdLst>
    <p:sldMasterId xmlns:r="http://schemas.openxmlformats.org/officeDocument/2006/relationships" id="2147483648" r:id="rId1"/>
  </p:sldMasterIdLst>
  <p:sldIdLst>
    <p:sldId xmlns:r="http://schemas.openxmlformats.org/officeDocument/2006/relationships" id="256" r:id="rId2"/>
  </p:sldIdLst>
  <p:sldSz cx="12192000" cy="6858000"/>
  <p:notesSz cx="6858000" cy="9144000"/>
  <p:defaultTextStyle/>
</p:presentation>
</file>

<file path=ppt/_rels/presentation.xml.rels>&#65279;<?xml version="1.0" encoding="utf-8"?><Relationships xmlns="http://schemas.openxmlformats.org/package/2006/relationships"><Relationship Type="http://schemas.openxmlformats.org/officeDocument/2006/relationships/slide" Target="/ppt/slides/slide1.xml" Id="rId2" /><Relationship Type="http://schemas.openxmlformats.org/officeDocument/2006/relationships/slideMaster" Target="/ppt/slideLayouts/slideMasters/slideMaster1.xml" Id="rId1" /></Relationship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Layouts/slideMasters/slideMaster1.xml" Id="rId1" /></Relationships>
</file>

<file path=ppt/slideLayouts/slideLayout1.xml><?xml version="1.0" encoding="utf-8"?>
<p:sldLayout xmlns:p="http://schemas.openxmlformats.org/presentationml/2006/main" type="blank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Ovr>
    <a:masterClrMapping xmlns:a="http://schemas.openxmlformats.org/drawingml/2006/main"/>
  </p:clrMapOvr>
</p:sldLayout>
</file>

<file path=ppt/slideLayouts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Layouts/slideMasters/theme/theme1.xml" Id="rId2" /><Relationship Type="http://schemas.openxmlformats.org/officeDocument/2006/relationships/slideLayout" Target="/ppt/slideLayouts/slideLayout1.xml" Id="rId1" /></Relationships>
</file>

<file path=ppt/slideLayouts/slideMasters/slideMaster1.xml><?xml version="1.0" encoding="utf-8"?>
<p:sldMaster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Id1"/>
  </p:sldLayoutIdLst>
</p:sldMaster>
</file>

<file path=ppt/slideLayouts/slideMasters/theme/theme1.xml><?xml version="1.0" encoding="utf-8"?>
<a:theme xmlns:a="http://schemas.openxmlformats.org/drawingml/2006/main" name="AIOffice">
  <a:themeElements>
    <a:clrScheme name="AI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AIOffice">
      <a:majorFont>
        <a:latin typeface="Calibri Light"/>
        <a:ea typeface=""/>
        <a:cs typeface=""/>
      </a:majorFont>
      <a:minorFont>
        <a:latin typeface="Calibri"/>
        <a:ea typeface=""/>
        <a:cs typeface=""/>
      </a:minorFont>
    </a:fontScheme>
    <a:fmtScheme name="AIOffice"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9525">
          <a:solidFill>
            <a:schemeClr val="phClr"/>
          </a:solidFill>
        </a:ln>
        <a:ln w="9525">
          <a:solidFill>
            <a:schemeClr val="phClr"/>
          </a:solidFill>
        </a:ln>
        <a:ln w="9525">
          <a:solidFill>
            <a:schemeClr val="phClr"/>
          </a:solidFill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Id1" /></Relationships>
</file>

<file path=ppt/slides/slide1.xml><?xml version="1.0" encoding="utf-8"?>
<p:sld xmlns:mc="http://schemas.openxmlformats.org/markup-compatibility/2006" xmlns:a14="http://schemas.microsoft.com/office/drawing/2010/main" xmlns:a="http://schemas.openxmlformats.org/drawingml/2006/main"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"/>
          <p:cNvSpPr>
            <a:spLocks xmlns:a="http://schemas.openxmlformats.org/drawingml/2006/main" noGrp="1"/>
          </p:cNvSpPr>
          <p:nvPr>
            <p:ph type="title"/>
          </p:nvPr>
        </p:nvSpPr>
        <p:spPr>
          <a:xfrm xmlns:a="http://schemas.openxmlformats.org/drawingml/2006/main">
            <a:off x="831850" y="365125"/>
            <a:ext cx="10515600" cy="132556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4000"/>
              <a:t>M10 Equation Demo</a:t>
            </a:r>
          </a:p>
        </p:txBody>
      </p:sp>
      <p:sp>
        <p:nvSpPr>
          <p:cNvPr id="3" name="TextBox 3"/>
          <p:cNvSpPr txBox="1"/>
          <p:nvPr/>
        </p:nvSpPr>
        <p:spPr>
          <a:xfrm>
            <a:off x="360000" y="1080000"/>
            <a:ext cx="7920000" cy="720000"/>
          </a:xfrm>
          <a:prstGeom prst="rect">
            <a:avLst/>
          </a:prstGeom>
        </p:spPr>
        <p:txBody>
          <a:bodyPr wrap="square"/>
          <a:lstStyle/>
          <a:p>
            <a:r>
              <a:rPr lang="en-US"/>
              <a:t>The quadratic formula, as native PowerPoint math:</a:t>
            </a:r>
          </a:p>
        </p:txBody>
      </p:sp>
      <p:sp>
        <p:nvSpPr>
          <p:cNvPr id="4" name="Equation 4"/>
          <p:cNvSpPr txBox="1"/>
          <p:nvPr/>
        </p:nvSpPr>
        <p:spPr>
          <a:xfrm>
            <a:off x="360000" y="1800000"/>
            <a:ext cx="7920000" cy="1440000"/>
          </a:xfrm>
          <a:prstGeom prst="rect">
            <a:avLst/>
          </a:prstGeom>
        </p:spPr>
        <p:txBody>
          <a:bodyPr wrap="square"/>
          <a:lstStyle/>
          <a:p>
            <mc:AlternateContent xmlns:mc="http://schemas.openxmlformats.org/markup-compatibility/2006">
              <mc:Choice xmlns:a14="http://schemas.microsoft.com/office/drawing/2010/main" Requires="a14">
                <a14:m>
                  <oMathPara xmlns="http://schemas.openxmlformats.org/officeDocument/2006/math">
                    <oMath xmlns:aio="urn:aioffice:equation" xmlns:mc="http://schemas.openxmlformats.org/markup-compatibility/2006" aio:latex="x = \frac{-b \pm \sqrt{b^2 - 4ac}}{2a}" mc:Ignorable="aio">
                      <r>
                        <t>x</t>
                      </r>
                      <r>
                        <t>=</t>
                      </r>
                      <f>
                        <num>
                          <r>
                            <t>-</t>
                          </r>
                          <r>
                            <t>b</t>
                          </r>
                          <r>
                            <t>±</t>
                          </r>
                          <rad>
                            <radPr>
                              <degHide xmlns:p14="http://schemas.openxmlformats.org/officeDocument/2006/math" p14:val="1"/>
                            </radPr>
                            <deg/>
                            <e>
                              <sSup>
                                <sSupPr/>
                                <e>
                                  <r>
                                    <t>b</t>
                                  </r>
                                </e>
                                <sup>
                                  <r>
                                    <t>2</t>
                                  </r>
                                </sup>
                              </sSup>
                              <r>
                                <t>-</t>
                              </r>
                              <r>
                                <t>4</t>
                              </r>
                              <r>
                                <t>a</t>
                              </r>
                              <r>
                                <t>c</t>
                              </r>
                            </e>
                          </rad>
                        </num>
                        <den>
                          <r>
                            <t>2</t>
                          </r>
                          <r>
                            <t>a</t>
                          </r>
                        </den>
                      </f>
                    </oMath>
                  </oMathPara>
                </a14:m>
              </mc:Choice>
              <mc:Fallback>
                <a:r>
                  <a:rPr lang="en-US" sz="3200"/>
                  <a:t>x = \frac{-b \pm \sqrt{b^2 - 4ac}}{2a}</a:t>
                </a:r>
              </mc:Fallback>
            </mc:AlternateContent>
          </a:p>
        </p:txBody>
      </p:sp>
      <p:sp>
        <p:nvSpPr>
          <p:cNvPr id="5" name="Equation 5"/>
          <p:cNvSpPr txBox="1"/>
          <p:nvPr/>
        </p:nvSpPr>
        <p:spPr>
          <a:xfrm>
            <a:off x="360000" y="3960000"/>
            <a:ext cx="3600000" cy="1080000"/>
          </a:xfrm>
          <a:prstGeom prst="rect">
            <a:avLst/>
          </a:prstGeom>
        </p:spPr>
        <p:txBody>
          <a:bodyPr wrap="square"/>
          <a:lstStyle/>
          <a:p>
            <mc:AlternateContent xmlns:mc="http://schemas.openxmlformats.org/markup-compatibility/2006">
              <mc:Choice xmlns:a14="http://schemas.microsoft.com/office/drawing/2010/main" Requires="a14">
                <a14:m>
                  <oMathPara xmlns="http://schemas.openxmlformats.org/officeDocument/2006/math">
                    <oMath xmlns:aio="urn:aioffice:equation" xmlns:mc="http://schemas.openxmlformats.org/markup-compatibility/2006" aio:latex="E = mc^2" mc:Ignorable="aio">
                      <r>
                        <t>E</t>
                      </r>
                      <r>
                        <t>=</t>
                      </r>
                      <r>
                        <t>m</t>
                      </r>
                      <sSup>
                        <sSupPr/>
                        <e>
                          <r>
                            <t>c</t>
                          </r>
                        </e>
                        <sup>
                          <r>
                            <t>2</t>
                          </r>
                        </sup>
                      </sSup>
                    </oMath>
                  </oMathPara>
                </a14:m>
              </mc:Choice>
              <mc:Fallback>
                <a:r>
                  <a:rPr lang="en-US" sz="4000"/>
                  <a:t>E = mc^2</a:t>
                </a:r>
              </mc:Fallback>
            </mc:AlternateContent>
          </a:p>
        </p:txBody>
      </p:sp>
    </p:spTree>
  </p:cSld>
  <p:clrMapOvr>
    <a:masterClrMapping xmlns:a="http://schemas.openxmlformats.org/drawingml/2006/main"/>
  </p:clrMapOvr>
</p:sld>
</file>