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3d522373dcc407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id="257" r:id="R18f8a295b668426b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18f8a295b668426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" Target="/ppt/slides/slide2.xml" Id="Rc5ccc95436254a17" /><Relationship Type="http://schemas.openxmlformats.org/officeDocument/2006/relationships/hyperlink" Target="https://aioffice.dev" TargetMode="External" Id="R0dacc9a8401743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e78910b804992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Cover</a:t>
            </a:r>
          </a:p>
        </p:txBody>
      </p:sp>
      <p:sp>
        <p:nvSpPr>
          <p:cNvPr id="3" name="TextBox 3">
            <a:hlinkClick xmlns:r="http://schemas.openxmlformats.org/officeDocument/2006/relationships" r:id="Rc5ccc95436254a17" action="ppaction://hlinksldjump"/>
          </p:cNvPr>
          <p:cNvSpPr txBox="1"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solidFill>
            <a:srgbClr val="2563EB"/>
          </a:solidFill>
        </p:spPr>
        <p:txBody>
          <a:bodyPr wrap="square"/>
          <a:lstStyle/>
          <a:p>
            <a:r>
              <a:rPr lang="en-US">
                <a:solidFill>
                  <a:srgbClr val="FFFFFF"/>
                </a:solidFill>
              </a:rPr>
              <a:t>Jump to Details →</a:t>
            </a:r>
          </a:p>
        </p:txBody>
      </p:sp>
      <p:sp>
        <p:nvSpPr>
          <p:cNvPr id="4" name="TextBox 4">
            <a:hlinkClick xmlns:r="http://schemas.openxmlformats.org/officeDocument/2006/relationships" r:id="R0dacc9a8401743ef"/>
          </p:cNvPr>
          <p:cNvSpPr txBox="1"/>
          <p:nvPr/>
        </p:nvSpPr>
        <p:spPr>
          <a:xfrm>
            <a:off x="1080000" y="4680000"/>
            <a:ext cx="3600000" cy="720000"/>
          </a:xfrm>
          <a:prstGeom prst="rect">
            <a:avLst/>
          </a:prstGeom>
          <a:solidFill>
            <a:srgbClr val="059669"/>
          </a:solidFill>
        </p:spPr>
        <p:txBody>
          <a:bodyPr wrap="square"/>
          <a:lstStyle/>
          <a:p>
            <a:r>
              <a:rPr lang="en-US">
                <a:solidFill>
                  <a:srgbClr val="FFFFFF"/>
                </a:solidFill>
              </a:rPr>
              <a:t>Visit aioffice.dev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Details</a:t>
            </a:r>
          </a:p>
        </p:txBody>
      </p:sp>
    </p:spTree>
  </p:cSld>
  <p:clrMapOvr>
    <a:masterClrMapping xmlns:a="http://schemas.openxmlformats.org/drawingml/2006/main"/>
  </p:clrMapOvr>
</p:sld>
</file>