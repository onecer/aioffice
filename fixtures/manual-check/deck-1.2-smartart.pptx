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graphics/colors1.xml" ContentType="application/vnd.openxmlformats-officedocument.drawingml.diagramColors+xml"/>
  <Override PartName="/ppt/graphics/quickStyle1.xml" ContentType="application/vnd.openxmlformats-officedocument.drawingml.diagramStyl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b82c2696930468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/Relationships>
</file>

<file path=ppt/graphics/colors1.xml><?xml version="1.0" encoding="utf-8"?>
<dgm:colorsDef xmlns:dgm="http://schemas.openxmlformats.org/drawingml/2006/diagram" uniqueId="urn:microsoft.com/office/officeart/2005/8/colors/accent1_2"/>
</file>

<file path=ppt/graphics/data1.xml><?xml version="1.0" encoding="utf-8"?>
<dgm:dataModel xmlns:dgm="http://schemas.openxmlformats.org/drawingml/2006/diagram">
  <dgm:ptLst>
    <dgm:pt modelId="{00000000-0000-0000-0000-000000000000}" type="doc">
      <dgm:prSet/>
      <dgm:spPr/>
    </dgm:pt>
    <dgm:pt modelId="{10000000-0000-0000-0000-000000000001}" type="node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lang="en-US"/>
            <a:t>Draft</a:t>
          </a:r>
        </a:p>
      </dgm:t>
    </dgm:pt>
    <dgm:pt modelId="{10000000-0000-0000-0000-000000000002}" type="node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lang="en-US"/>
            <a:t>Review</a:t>
          </a:r>
        </a:p>
      </dgm:t>
    </dgm:pt>
    <dgm:pt modelId="{10000000-0000-0000-0000-000000000003}" type="node">
      <dgm:prSet/>
      <dgm:spPr/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lang="en-US"/>
            <a:t>Publish</a:t>
          </a:r>
        </a:p>
      </dgm:t>
    </dgm:pt>
  </dgm:ptLst>
  <dgm:cxnLst>
    <dgm:cxn modelId="{20000000-0000-0000-0000-000000000001}" type="parOf" srcId="{00000000-0000-0000-0000-000000000000}" destId="{10000000-0000-0000-0000-000000000001}" srcOrd="0" destOrd="0"/>
    <dgm:cxn modelId="{20000000-0000-0000-0000-000000000002}" type="parOf" srcId="{00000000-0000-0000-0000-000000000000}" destId="{10000000-0000-0000-0000-000000000002}" srcOrd="1" destOrd="0"/>
    <dgm:cxn modelId="{20000000-0000-0000-0000-000000000003}" type="parOf" srcId="{00000000-0000-0000-0000-000000000000}" destId="{10000000-0000-0000-0000-000000000003}" srcOrd="2" destOrd="0"/>
  </dgm:cxnLst>
  <dgm:bg/>
  <dgm:whole/>
</dgm:dataModel>
</file>

<file path=ppt/graphics/layout1.xml><?xml version="1.0" encoding="utf-8"?>
<dgm:layoutDef xmlns:dgm="http://schemas.openxmlformats.org/drawingml/2006/diagram" uniqueId="urn:microsoft.com/office/officeart/2005/8/layout/process1">
  <dgm:title val=""/>
  <dgm:desc val=""/>
  <dgm:layoutNode name="diagram">
    <dgm:shape/>
  </dgm:layoutNode>
</dgm:layoutDef>
</file>

<file path=ppt/graphics/quickStyle1.xml><?xml version="1.0" encoding="utf-8"?>
<dgm:styleDef xmlns:dgm="http://schemas.openxmlformats.org/drawingml/2006/diagram" uniqueId="urn:microsoft.com/office/officeart/2005/8/quickstyle/simple1">
  <dgm:title val=""/>
  <dgm:styleLbl name="node0">
    <dgm:style>
      <a:lnRef xmlns:a="http://schemas.openxmlformats.org/drawingml/2006/main" idx="0"/>
      <a:fillRef xmlns:a="http://schemas.openxmlformats.org/drawingml/2006/main" idx="0"/>
      <a:effectRef xmlns:a="http://schemas.openxmlformats.org/drawingml/2006/main" idx="0"/>
      <a:fontRef xmlns:a="http://schemas.openxmlformats.org/drawingml/2006/main" idx="minor">
        <a:srgbClr val="000000"/>
      </a:fontRef>
    </dgm:style>
  </dgm:styleLbl>
</dgm:styleDef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diagramData" Target="/ppt/graphics/data1.xml" Id="Rf3fb59134d62416b" /><Relationship Type="http://schemas.openxmlformats.org/officeDocument/2006/relationships/diagramLayout" Target="/ppt/graphics/layout1.xml" Id="R4d048551ea99412d" /><Relationship Type="http://schemas.openxmlformats.org/officeDocument/2006/relationships/diagramColors" Target="/ppt/graphics/colors1.xml" Id="Rc44c1c6c069b43c6" /><Relationship Type="http://schemas.openxmlformats.org/officeDocument/2006/relationships/diagramQuickStyle" Target="/ppt/graphics/quickStyle1.xml" Id="R5aeaa80716ad4398" /></Relationships>
</file>

<file path=ppt/slides/slide1.xml><?xml version="1.0" encoding="utf-8"?>
<p:sld xmlns:r="http://schemas.openxmlformats.org/officeDocument/2006/relationships" xmlns:dgm="http://schemas.openxmlformats.org/drawingml/2006/diagram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AIOffice 1.2 SmartArt + Connectors</a:t>
            </a:r>
          </a:p>
        </p:txBody>
      </p:sp>
      <p:graphicFrame>
        <p:nvGraphicFramePr>
          <p:cNvPr id="3" name="Diagram 3"/>
          <p:cNvGraphicFramePr/>
          <p:nvPr/>
        </p:nvGraphicFramePr>
        <p:xfrm>
          <a:off x="720000" y="1080000"/>
          <a:ext cx="8640000" cy="4320000"/>
        </p:xfrm>
        <a:graphic>
          <a:graphicData uri="http://schemas.openxmlformats.org/drawingml/2006/diagram">
            <dgm:relIds xmlns:r="http://schemas.openxmlformats.org/officeDocument/2006/relationships" xmlns:dgm="http://schemas.openxmlformats.org/drawingml/2006/diagram" r:dm="Rf3fb59134d62416b" r:lo="R4d048551ea99412d" r:qs="R5aeaa80716ad4398" r:cs="Rc44c1c6c069b43c6"/>
          </a:graphicData>
        </a:graphic>
      </p:graphicFrame>
      <p:sp>
        <p:nvSpPr>
          <p:cNvPr id="4" name="RoundRect 4"/>
          <p:cNvSpPr/>
          <p:nvPr/>
        </p:nvSpPr>
        <p:spPr>
          <a:xfrm>
            <a:off x="720000" y="4320000"/>
            <a:ext cx="1800000" cy="720000"/>
          </a:xfrm>
          <a:prstGeom prst="roundRect">
            <a:avLst/>
          </a:prstGeom>
        </p:spPr>
        <p:txBody>
          <a:bodyPr wrap="square"/>
          <a:lstStyle/>
          <a:p>
            <a:r>
              <a:rPr lang="en-US"/>
              <a:t>Start</a:t>
            </a:r>
          </a:p>
        </p:txBody>
      </p:sp>
      <p:sp>
        <p:nvSpPr>
          <p:cNvPr id="5" name="RoundRect 5"/>
          <p:cNvSpPr/>
          <p:nvPr/>
        </p:nvSpPr>
        <p:spPr>
          <a:xfrm>
            <a:off x="4320000" y="4320000"/>
            <a:ext cx="1800000" cy="720000"/>
          </a:xfrm>
          <a:prstGeom prst="roundRect">
            <a:avLst/>
          </a:prstGeom>
        </p:spPr>
        <p:txBody>
          <a:bodyPr wrap="square"/>
          <a:lstStyle/>
          <a:p>
            <a:r>
              <a:rPr lang="en-US"/>
              <a:t>End</a:t>
            </a:r>
          </a:p>
        </p:txBody>
      </p:sp>
      <p:cxnSp>
        <p:nvCxnSpPr>
          <p:cNvPr id="6" name="Connector 6"/>
          <p:cNvCxnSpPr>
            <a:stCxn id="4" idx="0"/>
            <a:endCxn id="5" idx="0"/>
          </p:cNvCxnSpPr>
          <p:nvPr/>
        </p:nvCxnSpPr>
        <p:spPr>
          <a:xfrm>
            <a:off x="720000" y="4320000"/>
            <a:ext cx="5400000" cy="720000"/>
          </a:xfrm>
          <a:prstGeom prst="bentConnector3">
            <a:avLst/>
          </a:prstGeom>
          <a:ln w="12700">
            <a:solidFill>
              <a:srgbClr val="000000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 xmlns:a="http://schemas.openxmlformats.org/drawingml/2006/main"/>
  </p:clrMapOvr>
</p:sld>
</file>