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bin" ContentType="application/vnd.openxmlformats-officedocument.spreadsheetml.sheet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slides/slide6.xml" ContentType="application/vnd.openxmlformats-officedocument.presentationml.slide+xml"/>
  <Override PartName="/ppt/comments/comment2.xml" ContentType="application/vnd.openxmlformats-officedocument.presentationml.comments+xml"/>
  <Override PartName="/ppt/slides/slide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37a60a25dba45d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52fc9b7481084b83"/>
  </p:notesMasterIdLst>
  <p:sldIdLst>
    <p:sldId xmlns:r="http://schemas.openxmlformats.org/officeDocument/2006/relationships" id="256" r:id="rId2"/>
    <p:sldId id="257" r:id="R28752d083020499b"/>
    <p:sldId id="258" r:id="R2b6f8749726749c3"/>
    <p:sldId id="259" r:id="R74bac00a7a724925"/>
    <p:sldId id="260" r:id="R4a14bbc67acc4820"/>
    <p:sldId id="261" r:id="R448366ec47ca441a"/>
    <p:sldId id="262" r:id="Rb9d0fe26d1c944d7"/>
  </p:sldIdLst>
  <p:sldSz cx="12192000" cy="6858000"/>
  <p:notesSz cx="6858000" cy="9144000"/>
  <p:defaultTextStyle/>
</p:presentation>
</file>

<file path=ppt/commentAuthors.xml><?xml version="1.0" encoding="utf-8"?>
<p:cmAuthorLst xmlns:p="http://schemas.openxmlformats.org/presentationml/2006/main">
  <p:cmAuthor id="0" name="AIOffice" initials="A" lastIdx="2" clrIdx="0"/>
  <p:cmAuthor id="1" name="Reviewer" initials="R" lastIdx="3" clrIdx="1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28752d083020499b" /><Relationship Type="http://schemas.openxmlformats.org/officeDocument/2006/relationships/slide" Target="/ppt/slides/slide3.xml" Id="R2b6f8749726749c3" /><Relationship Type="http://schemas.openxmlformats.org/officeDocument/2006/relationships/notesMaster" Target="/ppt/notesMasters/notesMaster1.xml" Id="R52fc9b7481084b83" /><Relationship Type="http://schemas.openxmlformats.org/officeDocument/2006/relationships/slide" Target="/ppt/slides/slide4.xml" Id="R74bac00a7a724925" /><Relationship Type="http://schemas.openxmlformats.org/officeDocument/2006/relationships/slide" Target="/ppt/slides/slide5.xml" Id="R4a14bbc67acc4820" /><Relationship Type="http://schemas.openxmlformats.org/officeDocument/2006/relationships/commentAuthors" Target="/ppt/commentAuthors.xml" Id="R8bf2f6408eaa4bb2" /><Relationship Type="http://schemas.openxmlformats.org/officeDocument/2006/relationships/slide" Target="/ppt/slides/slide6.xml" Id="R448366ec47ca441a" /><Relationship Type="http://schemas.openxmlformats.org/officeDocument/2006/relationships/slide" Target="/ppt/slides/slide7.xml" Id="Rb9d0fe26d1c944d7" /></Relationships>
</file>

<file path=ppt/comments/comment1.xml><?xml version="1.0" encoding="utf-8"?>
<p:cmLst xmlns:p="http://schemas.openxmlformats.org/presentationml/2006/main">
  <p:cm authorId="0" dt="2026-06-13T09:12:46.063642Z" idx="1">
    <p:pos x="0" y="0"/>
    <p:text>Added by aioffice M4 — check the comments pane.</p:text>
  </p:cm>
</p:cmLst>
</file>

<file path=ppt/comments/comment2.xml><?xml version="1.0" encoding="utf-8"?>
<p:cmLst xmlns:p="http://schemas.openxmlformats.org/presentationml/2006/main">
  <p:cm authorId="0" dt="2026-06-13T09:12:46.130807Z" idx="2">
    <p:pos x="0" y="0"/>
    <p:text>M5 thread root — expand to see the reply.</p:text>
  </p:cm>
  <p:cm authorId="1" dt="2026-06-13T09:12:46.134207Z" idx="3">
    <p:pos x="0" y="0"/>
    <p:text>Threaded reply added by aioffice M5.</p:text>
    <p:extLst>
      <p:ext uri="{C676402C-5697-4E1C-873F-D02D1690AC5C}">
        <p15:threadingInfo xmlns:p15="http://schemas.microsoft.com/office/powerpoint/2012/main">
          <p15:parentCm authorId="0" idx="2"/>
        </p15:threadingInfo>
      </p:ext>
    </p:extLst>
  </p:cm>
</p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1dbd8a5646b40dd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082b3bd1e0e04841" /><Relationship Type="http://schemas.openxmlformats.org/officeDocument/2006/relationships/notesMaster" Target="/ppt/notesMasters/notesMaster1.xml" Id="Rf427588699744a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7aaf10136f4a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78e0edac9542d2" /><Relationship Type="http://schemas.openxmlformats.org/officeDocument/2006/relationships/notesSlide" Target="/ppt/notesSlides/notesSlide1.xml" Id="R115a522516764123" /><Relationship Type="http://schemas.openxmlformats.org/officeDocument/2006/relationships/image" Target="/ppt/media/image.png" Id="Rfd36555169004d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98742e29df4036" /><Relationship Type="http://schemas.openxmlformats.org/officeDocument/2006/relationships/chart" Target="/ppt/slides/charts/chart1.xml" Id="Rb14a3ab6c07c43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db00dea5e8489a" /><Relationship Type="http://schemas.openxmlformats.org/officeDocument/2006/relationships/comments" Target="/ppt/comments/comment1.xml" Id="R7ad9ba4b801c4b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a458d2f7e543b8" /><Relationship Type="http://schemas.openxmlformats.org/officeDocument/2006/relationships/comments" Target="/ppt/comments/comment2.xml" Id="R73a0f60951f84e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db301c2adf4b1d" /><Relationship Type="http://schemas.openxmlformats.org/officeDocument/2006/relationships/hyperlink" Target="https://github.com" TargetMode="External" Id="R0bb64233912d4c77" /><Relationship Type="http://schemas.openxmlformats.org/officeDocument/2006/relationships/slide" Target="/ppt/slides/slide1.xml" Id="Re0a6914941fa4eee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268401dbc04d4c9a" 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Quarterly 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21</c:v>
                </c:pt>
                <c:pt idx="2">
                  <c:v>19</c:v>
                </c:pt>
                <c:pt idx="3">
                  <c:v>27</c:v>
                </c:pt>
              </c:numCache>
            </c:numRef>
          </c:val>
        </c:ser>
        <c:axId val="100001"/>
        <c:axId val="100002"/>
      </c:barChart>
      <c:catAx>
        <c:axId val="100001"/>
        <c:scaling>
          <c:orientation val="minMax"/>
        </c:scaling>
        <c:delete val="0"/>
        <c:axPos val="b"/>
        <c:crossAx val="100002"/>
      </c:catAx>
      <c:valAx>
        <c:axId val="100002"/>
        <c:scaling>
          <c:orientation val="minMax"/>
        </c:scaling>
        <c:delete val="0"/>
        <c:axPos val="l"/>
        <c:crossAx val="100001"/>
      </c:valAx>
    </c:plotArea>
    <c:plotVisOnly val="1"/>
  </c:chart>
  <c:externalData r:id="R268401dbc04d4c9a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36555169004d4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M3: chart, geometries &amp; transition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mlns:a="http://schemas.openxmlformats.org/drawingml/2006/main" x="720000" y="1620000"/>
          <a:ext xmlns:a="http://schemas.openxmlformats.org/drawingml/2006/main" cx="5760000" cy="39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14a3ab6c07c436c"/>
          </a:graphicData>
        </a:graphic>
      </p:graphicFrame>
      <p:sp>
        <p:nvSpPr>
          <p:cNvPr id="4" name="Ellipse 4"/>
          <p:cNvSpPr/>
          <p:nvPr/>
        </p:nvSpPr>
        <p:spPr>
          <a:xfrm xmlns:a="http://schemas.openxmlformats.org/drawingml/2006/main">
            <a:off x="7200000" y="1620000"/>
            <a:ext cx="1800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/>
              <a:t>ellipse</a:t>
            </a:r>
          </a:p>
        </p:txBody>
      </p:sp>
      <p:sp>
        <p:nvSpPr>
          <p:cNvPr id="5" name="Arrow 5"/>
          <p:cNvSpPr/>
          <p:nvPr/>
        </p:nvSpPr>
        <p:spPr>
          <a:xfrm xmlns:a="http://schemas.openxmlformats.org/drawingml/2006/main">
            <a:off x="9360000" y="1620000"/>
            <a:ext cx="1800000" cy="108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cxnSp>
        <p:nvCxnSpPr>
          <p:cNvPr id="6" name="Line 6"/>
          <p:cNvCxnSpPr/>
          <p:nvPr/>
        </p:nvCxnSpPr>
        <p:spPr>
          <a:xfrm xmlns:a="http://schemas.openxmlformats.org/drawingml/2006/main" flipV="1">
            <a:off x="7200000" y="3240000"/>
            <a:ext cx="3960000" cy="1080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472C4"/>
            </a:solidFill>
          </a:ln>
        </p:spPr>
      </p:cxnSp>
    </p:spTree>
  </p:cSld>
  <p:clrMapOvr>
    <a:masterClrMapping xmlns:a="http://schemas.openxmlformats.org/drawingml/2006/main"/>
  </p:clrMapOvr>
  <p:transition xmlns:p14="http://schemas.microsoft.com/office/powerpoint/2010/main" p14:dur="700">
    <p:fade/>
  </p:transition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M4: animations, comments &amp; replace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1440000" y="2160000"/>
            <a:ext cx="432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F2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This box fades in on click </a:t>
            </a:r>
            <a:r>
              <a:rPr lang="en-US"/>
              <a:t>(replaced by aioffice)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M5: tables, replies &amp; emphasis/exit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720000" y="1800000"/>
          <a:ext xmlns:a="http://schemas.openxmlformats.org/drawingml/2006/main" cx="7200000" cy="1440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0000"/>
                <a:gridCol w="1800000"/>
                <a:gridCol w="1800000"/>
                <a:gridCol w="1800000"/>
              </a:tblGrid>
              <a:tr h="36000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</a:tr>
              <a:tr h="360000">
                <a:tc rowSpan="2">
                  <a:txBody>
                    <a:bodyPr/>
                    <a:lstStyle/>
                    <a:p>
                      <a:r>
                        <a:rPr lang="en-US"/>
                        <a:t>EMEA (merged down)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360000">
                <a:tc v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 gridSpan="3">
                  <a:txBody>
                    <a:bodyPr/>
                    <a:lstStyle/>
                    <a:p>
                      <a:pPr algn="ctr"/>
                      <a:r>
                        <a:rPr lang="en-US"/>
                        <a:t>Grand total (merged right)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 xmlns:a="http://schemas.openxmlformats.org/drawingml/2006/main">
            <a:off x="8280000" y="1800000"/>
            <a:ext cx="288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0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Pulses, then fades out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5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M8: shape hyperlinks &amp; actions</a:t>
            </a:r>
          </a:p>
        </p:txBody>
      </p:sp>
      <p:sp>
        <p:nvSpPr>
          <p:cNvPr id="3" name="RoundRect 3">
            <a:hlinkClick xmlns:r="http://schemas.openxmlformats.org/officeDocument/2006/relationships" r:id="R0bb64233912d4c77"/>
          </p:cNvPr>
          <p:cNvSpPr/>
          <p:nvPr/>
        </p:nvSpPr>
        <p:spPr>
          <a:xfrm xmlns:a="http://schemas.openxmlformats.org/drawingml/2006/main">
            <a:off x="7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472C4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Open the web</a:t>
            </a:r>
          </a:p>
        </p:txBody>
      </p:sp>
      <p:sp>
        <p:nvSpPr>
          <p:cNvPr id="4" name="RoundRect 4">
            <a:hlinkClick xmlns:r="http://schemas.openxmlformats.org/officeDocument/2006/relationships" r:id="Re0a6914941fa4eee" action="ppaction://hlinksldjump"/>
          </p:cNvPr>
          <p:cNvSpPr/>
          <p:nvPr/>
        </p:nvSpPr>
        <p:spPr>
          <a:xfrm xmlns:a="http://schemas.openxmlformats.org/drawingml/2006/main">
            <a:off x="43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Back to slide 1</a:t>
            </a:r>
          </a:p>
        </p:txBody>
      </p:sp>
      <p:sp>
        <p:nvSpPr>
          <p:cNvPr id="5" name="RoundRect 5">
            <a:hlinkClick xmlns:r="http://schemas.openxmlformats.org/officeDocument/2006/relationships" r:id="" action="ppaction://hlinkshowjump?jump=endshow"/>
          </p:cNvPr>
          <p:cNvSpPr/>
          <p:nvPr/>
        </p:nvSpPr>
        <p:spPr>
          <a:xfrm xmlns:a="http://schemas.openxmlformats.org/drawingml/2006/main">
            <a:off x="79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End the show</a:t>
            </a:r>
          </a:p>
        </p:txBody>
      </p:sp>
    </p:spTree>
  </p:cSld>
  <p:clrMapOvr>
    <a:masterClrMapping xmlns:a="http://schemas.openxmlformats.org/drawingml/2006/main"/>
  </p:clrMapOvr>
</p:sld>
</file>