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8671cb2345c446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0c092db75224d53"/>
  </p:notesMasterIdLst>
  <p:sldIdLst>
    <p:sldId xmlns:r="http://schemas.openxmlformats.org/officeDocument/2006/relationships" id="256" r:id="rId2"/>
    <p:sldId id="257" r:id="Ra062cef7fc174502"/>
    <p:sldId id="258" r:id="R0c3f495850a9474e"/>
    <p:sldId id="259" r:id="R71172ec2b76748cd"/>
    <p:sldId id="260" r:id="Rc4236651fd964e56"/>
    <p:sldId id="261" r:id="R85ca490eee684742"/>
    <p:sldId id="262" r:id="R536161a6bd3a48a0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a062cef7fc174502" /><Relationship Type="http://schemas.openxmlformats.org/officeDocument/2006/relationships/slide" Target="/ppt/slides/slide3.xml" Id="R0c3f495850a9474e" /><Relationship Type="http://schemas.openxmlformats.org/officeDocument/2006/relationships/notesMaster" Target="/ppt/notesMasters/notesMaster1.xml" Id="R80c092db75224d53" /><Relationship Type="http://schemas.openxmlformats.org/officeDocument/2006/relationships/slide" Target="/ppt/slides/slide4.xml" Id="R71172ec2b76748cd" /><Relationship Type="http://schemas.openxmlformats.org/officeDocument/2006/relationships/slide" Target="/ppt/slides/slide5.xml" Id="Rc4236651fd964e56" /><Relationship Type="http://schemas.openxmlformats.org/officeDocument/2006/relationships/commentAuthors" Target="/ppt/commentAuthors.xml" Id="Rbeb0539f83ac42cb" /><Relationship Type="http://schemas.openxmlformats.org/officeDocument/2006/relationships/slide" Target="/ppt/slides/slide6.xml" Id="R85ca490eee684742" /><Relationship Type="http://schemas.openxmlformats.org/officeDocument/2006/relationships/slide" Target="/ppt/slides/slide7.xml" Id="R536161a6bd3a48a0" /></Relationships>
</file>

<file path=ppt/comments/comment1.xml><?xml version="1.0" encoding="utf-8"?>
<p:cmLst xmlns:p="http://schemas.openxmlformats.org/presentationml/2006/main">
  <p:cm authorId="0" dt="2026-06-15T15:41:16.222349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5T15:41:16.246774Z" idx="2">
    <p:pos x="0" y="0"/>
    <p:text>M5 thread root — expand to see the reply.</p:text>
  </p:cm>
  <p:cm authorId="1" dt="2026-06-15T15:41:16.250955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a15ae2362e64b14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8f52c921a6bd459f" /><Relationship Type="http://schemas.openxmlformats.org/officeDocument/2006/relationships/notesMaster" Target="/ppt/notesMasters/notesMaster1.xml" Id="R1fd4ac7ff71246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c7ce1bbbcc45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02ccc75814fdc" /><Relationship Type="http://schemas.openxmlformats.org/officeDocument/2006/relationships/notesSlide" Target="/ppt/notesSlides/notesSlide1.xml" Id="R546646f367da44ed" /><Relationship Type="http://schemas.openxmlformats.org/officeDocument/2006/relationships/image" Target="/ppt/media/image.png" Id="R64455a3d079744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b73043a104afb" /><Relationship Type="http://schemas.openxmlformats.org/officeDocument/2006/relationships/chart" Target="/ppt/slides/charts/chart1.xml" Id="R90539367e7f343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984555f4542a5" /><Relationship Type="http://schemas.openxmlformats.org/officeDocument/2006/relationships/comments" Target="/ppt/comments/comment1.xml" Id="R2a3bda25906d4f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a5c0708a34387" /><Relationship Type="http://schemas.openxmlformats.org/officeDocument/2006/relationships/comments" Target="/ppt/comments/comment2.xml" Id="Rf65ade48d8594f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7a2f95d7c41d4" /><Relationship Type="http://schemas.openxmlformats.org/officeDocument/2006/relationships/hyperlink" Target="https://github.com" TargetMode="External" Id="R3ef159a000bb4150" /><Relationship Type="http://schemas.openxmlformats.org/officeDocument/2006/relationships/slide" Target="/ppt/slides/slide1.xml" Id="R65f211bded6349bf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04a5d7f8e2c84ae4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04a5d7f8e2c84ae4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55a3d0797444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539367e7f34384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3ef159a000bb4150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65f211bded6349bf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