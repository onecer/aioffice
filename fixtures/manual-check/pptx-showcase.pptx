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4ac269cb66c404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5549b98b5994a45"/>
  </p:notesMasterIdLst>
  <p:sldIdLst>
    <p:sldId xmlns:r="http://schemas.openxmlformats.org/officeDocument/2006/relationships" id="256" r:id="rId2"/>
    <p:sldId id="257" r:id="R7a8572f00c554941"/>
    <p:sldId id="258" r:id="R84d5ebfc7d7647de"/>
    <p:sldId id="259" r:id="Re638614917ba46a1"/>
    <p:sldId id="260" r:id="Rf33d8a0377e040e2"/>
    <p:sldId id="261" r:id="R2dbe9ca178664db4"/>
    <p:sldId id="262" r:id="R6b8cbe85233b4539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7a8572f00c554941" /><Relationship Type="http://schemas.openxmlformats.org/officeDocument/2006/relationships/slide" Target="/ppt/slides/slide3.xml" Id="R84d5ebfc7d7647de" /><Relationship Type="http://schemas.openxmlformats.org/officeDocument/2006/relationships/notesMaster" Target="/ppt/notesMasters/notesMaster1.xml" Id="R85549b98b5994a45" /><Relationship Type="http://schemas.openxmlformats.org/officeDocument/2006/relationships/slide" Target="/ppt/slides/slide4.xml" Id="Re638614917ba46a1" /><Relationship Type="http://schemas.openxmlformats.org/officeDocument/2006/relationships/slide" Target="/ppt/slides/slide5.xml" Id="Rf33d8a0377e040e2" /><Relationship Type="http://schemas.openxmlformats.org/officeDocument/2006/relationships/commentAuthors" Target="/ppt/commentAuthors.xml" Id="R935e6b97959f4233" /><Relationship Type="http://schemas.openxmlformats.org/officeDocument/2006/relationships/slide" Target="/ppt/slides/slide6.xml" Id="R2dbe9ca178664db4" /><Relationship Type="http://schemas.openxmlformats.org/officeDocument/2006/relationships/slide" Target="/ppt/slides/slide7.xml" Id="R6b8cbe85233b4539" /></Relationships>
</file>

<file path=ppt/comments/comment1.xml><?xml version="1.0" encoding="utf-8"?>
<p:cmLst xmlns:p="http://schemas.openxmlformats.org/presentationml/2006/main">
  <p:cm authorId="0" dt="2026-07-13T07:48:06.311765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7-13T07:48:06.32351Z" idx="2">
    <p:pos x="0" y="0"/>
    <p:text>M5 thread root — expand to see the reply.</p:text>
  </p:cm>
  <p:cm authorId="1" dt="2026-07-13T07:48:06.32605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4fe99c7d84c4e79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05aa0eb8e68b48ee" /><Relationship Type="http://schemas.openxmlformats.org/officeDocument/2006/relationships/notesMaster" Target="/ppt/notesMasters/notesMaster1.xml" Id="Rc17de4d1c4a94d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4bf504e1d43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5e28367504274" /><Relationship Type="http://schemas.openxmlformats.org/officeDocument/2006/relationships/notesSlide" Target="/ppt/notesSlides/notesSlide1.xml" Id="R13ad7746e5b04155" /><Relationship Type="http://schemas.openxmlformats.org/officeDocument/2006/relationships/image" Target="/ppt/media/image.png" Id="Rd97c164c19b74a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0e4c8da044451" /><Relationship Type="http://schemas.openxmlformats.org/officeDocument/2006/relationships/chart" Target="/ppt/slides/charts/chart1.xml" Id="R12886eff16084b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67f68daa84cc2" /><Relationship Type="http://schemas.openxmlformats.org/officeDocument/2006/relationships/comments" Target="/ppt/comments/comment1.xml" Id="R3f76367710bd4a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dba34bd454197" /><Relationship Type="http://schemas.openxmlformats.org/officeDocument/2006/relationships/comments" Target="/ppt/comments/comment2.xml" Id="Rb0b936bd090c4c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12aa7e8e2496b" /><Relationship Type="http://schemas.openxmlformats.org/officeDocument/2006/relationships/hyperlink" Target="https://github.com" TargetMode="External" Id="R5661c39e0c8e4bdb" /><Relationship Type="http://schemas.openxmlformats.org/officeDocument/2006/relationships/slide" Target="/ppt/slides/slide1.xml" Id="Rc2280bfba962478e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c6214dddde094a6f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c6214dddde094a6f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c164c19b74a5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886eff16084b6e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5661c39e0c8e4bdb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c2280bfba962478e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