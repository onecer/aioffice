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png" ContentType="image/png"/>
  <Default Extension="bin" ContentType="application/vnd.openxmlformats-officedocument.spreadsheetml.sheet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Masters/slideMaster1.xml" ContentType="application/vnd.openxmlformats-officedocument.presentationml.slideMaster+xml"/>
  <Override PartName="/ppt/slideLayouts/slideMasters/theme/theme1.xml" ContentType="application/vnd.openxmlformats-officedocument.them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notesSlides/notesSlide1.xml" ContentType="application/vnd.openxmlformats-officedocument.presentationml.notesSlide+xml"/>
  <Override PartName="/ppt/slides/slide4.xml" ContentType="application/vnd.openxmlformats-officedocument.presentationml.slide+xml"/>
  <Override PartName="/ppt/slides/charts/chart1.xml" ContentType="application/vnd.openxmlformats-officedocument.drawingml.chart+xml"/>
  <Override PartName="/ppt/slides/slide5.xml" ContentType="application/vnd.openxmlformats-officedocument.presentationml.slide+xml"/>
  <Override PartName="/ppt/commentAuthors.xml" ContentType="application/vnd.openxmlformats-officedocument.presentationml.commentAuthors+xml"/>
  <Override PartName="/ppt/comments/comment1.xml" ContentType="application/vnd.openxmlformats-officedocument.presentationml.comments+xml"/>
  <Override PartName="/ppt/slides/slide6.xml" ContentType="application/vnd.openxmlformats-officedocument.presentationml.slide+xml"/>
  <Override PartName="/ppt/comments/comment2.xml" ContentType="application/vnd.openxmlformats-officedocument.presentationml.comments+xml"/>
  <Override PartName="/ppt/slides/slide7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a3f22559ccde45d9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8f36a0ac1c724416"/>
  </p:notesMasterIdLst>
  <p:sldIdLst>
    <p:sldId xmlns:r="http://schemas.openxmlformats.org/officeDocument/2006/relationships" id="256" r:id="rId2"/>
    <p:sldId id="257" r:id="Rcabea8f4d53c4df8"/>
    <p:sldId id="258" r:id="R2b2507616f3c451b"/>
    <p:sldId id="259" r:id="Rec98f30f20054d8b"/>
    <p:sldId id="260" r:id="R836a1ac3ed244119"/>
    <p:sldId id="261" r:id="R8b6ed51dbbc547d6"/>
    <p:sldId id="262" r:id="Rb04e577c0672413d"/>
  </p:sldIdLst>
  <p:sldSz cx="12192000" cy="6858000"/>
  <p:notesSz cx="6858000" cy="9144000"/>
  <p:defaultTextStyle/>
</p:presentation>
</file>

<file path=ppt/commentAuthors.xml><?xml version="1.0" encoding="utf-8"?>
<p:cmAuthorLst xmlns:p="http://schemas.openxmlformats.org/presentationml/2006/main">
  <p:cmAuthor id="0" name="AIOffice" initials="A" lastIdx="2" clrIdx="0"/>
  <p:cmAuthor id="1" name="Reviewer" initials="R" lastIdx="3" clrIdx="1"/>
</p:cmAuthorLst>
</file>

<file path=ppt/_rels/presentation.xml.rels>&#65279;<?xml version="1.0" encoding="utf-8"?><Relationships xmlns="http://schemas.openxmlformats.org/package/2006/relationships"><Relationship Type="http://schemas.openxmlformats.org/officeDocument/2006/relationships/slide" Target="/ppt/slides/slide1.xml" Id="rId2" /><Relationship Type="http://schemas.openxmlformats.org/officeDocument/2006/relationships/slideMaster" Target="/ppt/slideLayouts/slideMasters/slideMaster1.xml" Id="rId1" /><Relationship Type="http://schemas.openxmlformats.org/officeDocument/2006/relationships/slide" Target="/ppt/slides/slide2.xml" Id="Rcabea8f4d53c4df8" /><Relationship Type="http://schemas.openxmlformats.org/officeDocument/2006/relationships/slide" Target="/ppt/slides/slide3.xml" Id="R2b2507616f3c451b" /><Relationship Type="http://schemas.openxmlformats.org/officeDocument/2006/relationships/notesMaster" Target="/ppt/notesMasters/notesMaster1.xml" Id="R8f36a0ac1c724416" /><Relationship Type="http://schemas.openxmlformats.org/officeDocument/2006/relationships/slide" Target="/ppt/slides/slide4.xml" Id="Rec98f30f20054d8b" /><Relationship Type="http://schemas.openxmlformats.org/officeDocument/2006/relationships/slide" Target="/ppt/slides/slide5.xml" Id="R836a1ac3ed244119" /><Relationship Type="http://schemas.openxmlformats.org/officeDocument/2006/relationships/commentAuthors" Target="/ppt/commentAuthors.xml" Id="R45e4f00b401440ec" /><Relationship Type="http://schemas.openxmlformats.org/officeDocument/2006/relationships/slide" Target="/ppt/slides/slide6.xml" Id="R8b6ed51dbbc547d6" /><Relationship Type="http://schemas.openxmlformats.org/officeDocument/2006/relationships/slide" Target="/ppt/slides/slide7.xml" Id="Rb04e577c0672413d" /></Relationships>
</file>

<file path=ppt/comments/comment1.xml><?xml version="1.0" encoding="utf-8"?>
<p:cmLst xmlns:p="http://schemas.openxmlformats.org/presentationml/2006/main">
  <p:cm authorId="0" dt="2026-06-15T05:01:52.155053Z" idx="1">
    <p:pos x="0" y="0"/>
    <p:text>Added by aioffice M4 — check the comments pane.</p:text>
  </p:cm>
</p:cmLst>
</file>

<file path=ppt/comments/comment2.xml><?xml version="1.0" encoding="utf-8"?>
<p:cmLst xmlns:p="http://schemas.openxmlformats.org/presentationml/2006/main">
  <p:cm authorId="0" dt="2026-06-15T05:01:52.198176Z" idx="2">
    <p:pos x="0" y="0"/>
    <p:text>M5 thread root — expand to see the reply.</p:text>
  </p:cm>
  <p:cm authorId="1" dt="2026-06-15T05:01:52.202492Z" idx="3">
    <p:pos x="0" y="0"/>
    <p:text>Threaded reply added by aioffice M5.</p:text>
    <p:extLst>
      <p:ext uri="{C676402C-5697-4E1C-873F-D02D1690AC5C}">
        <p15:threadingInfo xmlns:p15="http://schemas.microsoft.com/office/powerpoint/2012/main">
          <p15:parentCm authorId="0" idx="2"/>
        </p15:threadingInfo>
      </p:ext>
    </p:extLst>
  </p:cm>
</p:cmLst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326a3c3385164a48" /></Relationships>
</file>

<file path=ppt/notesMasters/notesMaster1.xml><?xml version="1.0" encoding="utf-8"?>
<p:notes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notesStyle/>
</p:notesMaster>
</file>

<file path=ppt/notesMasters/theme/theme2.xml><?xml version="1.0" encoding="utf-8"?>
<a:theme xmlns:a="http://schemas.openxmlformats.org/drawingml/2006/main" name="AIOffice">
  <a:themeElements>
    <a:clrScheme name="AI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I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AI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3.xml" Id="R8f1828082be84869" /><Relationship Type="http://schemas.openxmlformats.org/officeDocument/2006/relationships/notesMaster" Target="/ppt/notesMasters/notesMaster1.xml" Id="R620af2b3b5de428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Notes Placeholder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Speaker notes written by aioffice — check presenter view.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Layouts/slideMasters/slideMaster1.xml" Id="rId1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Ovr>
    <a:masterClrMapping xmlns:a="http://schemas.openxmlformats.org/drawingml/2006/main"/>
  </p:clrMapOvr>
</p:sldLayout>
</file>

<file path=ppt/slideLayouts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Layouts/slideMasters/theme/theme1.xml" Id="rId2" /><Relationship Type="http://schemas.openxmlformats.org/officeDocument/2006/relationships/slideLayout" Target="/ppt/slideLayouts/slideLayout1.xml" Id="rId1" /></Relationships>
</file>

<file path=ppt/slideLayouts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</p:sldLayoutIdLst>
</p:sldMaster>
</file>

<file path=ppt/slideLayouts/slideMasters/theme/theme1.xml><?xml version="1.0" encoding="utf-8"?>
<a:theme xmlns:a="http://schemas.openxmlformats.org/drawingml/2006/main" name="AIOffice">
  <a:themeElements>
    <a:clrScheme name="AI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I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AI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2b8482b1ab4e6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ec1aafff9c4f0c" /><Relationship Type="http://schemas.openxmlformats.org/officeDocument/2006/relationships/notesSlide" Target="/ppt/notesSlides/notesSlide1.xml" Id="R6afb5b7b17c44ff3" /><Relationship Type="http://schemas.openxmlformats.org/officeDocument/2006/relationships/image" Target="/ppt/media/image.png" Id="R48d66e72702d447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9c4b9b3a074e19" /><Relationship Type="http://schemas.openxmlformats.org/officeDocument/2006/relationships/chart" Target="/ppt/slides/charts/chart1.xml" Id="R4b924e8a16024a2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7b7d38f4204695" /><Relationship Type="http://schemas.openxmlformats.org/officeDocument/2006/relationships/comments" Target="/ppt/comments/comment1.xml" Id="R29631b92c9f24d1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6a3149484348ff" /><Relationship Type="http://schemas.openxmlformats.org/officeDocument/2006/relationships/comments" Target="/ppt/comments/comment2.xml" Id="R161b8f20ace84af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4a0f91b1a44672" /><Relationship Type="http://schemas.openxmlformats.org/officeDocument/2006/relationships/hyperlink" Target="https://github.com" TargetMode="External" Id="R971e3eee30534809" /><Relationship Type="http://schemas.openxmlformats.org/officeDocument/2006/relationships/slide" Target="/ppt/slides/slide1.xml" Id="Rf2fc845cc2214920" /></Relationships>
</file>

<file path=ppt/slides/charts/_rels/chart1.xml.rels>&#65279;<?xml version="1.0" encoding="utf-8"?><Relationships xmlns="http://schemas.openxmlformats.org/package/2006/relationships"><Relationship Type="http://schemas.openxmlformats.org/officeDocument/2006/relationships/package" Target="/ppt/slides/charts/embeddings/package.bin" Id="Rdf793ce03a844c3c" /></Relationships>
</file>

<file path=ppt/slides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t>Quarterly revenue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</c:v>
                </c:pt>
                <c:pt idx="1">
                  <c:v>18</c:v>
                </c:pt>
                <c:pt idx="2">
                  <c:v>15</c:v>
                </c:pt>
                <c:pt idx="3">
                  <c:v>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14</c:v>
                </c:pt>
                <c:pt idx="1">
                  <c:v>21</c:v>
                </c:pt>
                <c:pt idx="2">
                  <c:v>19</c:v>
                </c:pt>
                <c:pt idx="3">
                  <c:v>27</c:v>
                </c:pt>
              </c:numCache>
            </c:numRef>
          </c:val>
        </c:ser>
        <c:axId val="100001"/>
        <c:axId val="100002"/>
      </c:barChart>
      <c:catAx>
        <c:axId val="100001"/>
        <c:scaling>
          <c:orientation val="minMax"/>
        </c:scaling>
        <c:delete val="0"/>
        <c:axPos val="b"/>
        <c:crossAx val="100002"/>
      </c:catAx>
      <c:valAx>
        <c:axId val="100002"/>
        <c:scaling>
          <c:orientation val="minMax"/>
        </c:scaling>
        <c:delete val="0"/>
        <c:axPos val="l"/>
        <c:crossAx val="100001"/>
      </c:valAx>
    </c:plotArea>
    <c:plotVisOnly val="1"/>
  </c:chart>
  <c:externalData r:id="Rdf793ce03a844c3c">
    <c:autoUpdate val="0"/>
  </c:externalData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AIOffice PPTX Showcase</a:t>
            </a:r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Shapes &amp; styles</a:t>
            </a:r>
          </a:p>
        </p:txBody>
      </p:sp>
      <p:sp>
        <p:nvSpPr>
          <p:cNvPr id="3" name="TextBox 3"/>
          <p:cNvSpPr txBox="1"/>
          <p:nvPr/>
        </p:nvSpPr>
        <p:spPr>
          <a:xfrm xmlns:a="http://schemas.openxmlformats.org/drawingml/2006/main">
            <a:off x="720000" y="1800000"/>
            <a:ext cx="3240000" cy="144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E00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ctr"/>
            <a:r>
              <a:rPr lang="en-US" sz="2000" b="1"/>
              <a:t>Solid yellow box</a:t>
            </a:r>
          </a:p>
          <a:p xmlns:a="http://schemas.openxmlformats.org/drawingml/2006/main">
            <a:pPr algn="ctr"/>
            <a:r>
              <a:rPr lang="en-US" sz="2000" b="1"/>
              <a:t>centered bold text</a:t>
            </a:r>
          </a:p>
        </p:txBody>
      </p:sp>
      <p:sp>
        <p:nvSpPr>
          <p:cNvPr id="4" name="TextBox 4"/>
          <p:cNvSpPr txBox="1"/>
          <p:nvPr/>
        </p:nvSpPr>
        <p:spPr>
          <a:xfrm xmlns:a="http://schemas.openxmlformats.org/drawingml/2006/main">
            <a:off x="4680000" y="1800000"/>
            <a:ext cx="3240000" cy="14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r>
              <a:rPr lang="en-US">
                <a:solidFill>
                  <a:srgbClr val="CC0000"/>
                </a:solidFill>
              </a:rPr>
              <a:t>Red text on plain box</a:t>
            </a:r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E2E8F0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M2: background, notes &amp; image</a:t>
            </a:r>
          </a:p>
        </p:txBody>
      </p:sp>
      <p:pic>
        <p:nvPicPr>
          <p:cNvPr id="3" name="showcase-logo.png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d66e72702d447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720000" y="2160000"/>
            <a:ext cx="2160000" cy="1080000"/>
          </a:xfrm>
          <a:prstGeom xmlns:a="http://schemas.openxmlformats.org/drawingml/2006/main" prst="rect">
            <a:avLst/>
          </a:prstGeom>
        </p:spPr>
      </p:pic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M3: chart, geometries &amp; transition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mlns:a="http://schemas.openxmlformats.org/drawingml/2006/main" x="720000" y="1620000"/>
          <a:ext xmlns:a="http://schemas.openxmlformats.org/drawingml/2006/main" cx="5760000" cy="396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b924e8a16024a2d"/>
          </a:graphicData>
        </a:graphic>
      </p:graphicFrame>
      <p:sp>
        <p:nvSpPr>
          <p:cNvPr id="4" name="Ellipse 4"/>
          <p:cNvSpPr/>
          <p:nvPr/>
        </p:nvSpPr>
        <p:spPr>
          <a:xfrm xmlns:a="http://schemas.openxmlformats.org/drawingml/2006/main">
            <a:off x="7200000" y="1620000"/>
            <a:ext cx="1800000" cy="108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0AD47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ctr"/>
            <a:r>
              <a:rPr lang="en-US"/>
              <a:t>ellipse</a:t>
            </a:r>
          </a:p>
        </p:txBody>
      </p:sp>
      <p:sp>
        <p:nvSpPr>
          <p:cNvPr id="5" name="Arrow 5"/>
          <p:cNvSpPr/>
          <p:nvPr/>
        </p:nvSpPr>
        <p:spPr>
          <a:xfrm xmlns:a="http://schemas.openxmlformats.org/drawingml/2006/main">
            <a:off x="9360000" y="1620000"/>
            <a:ext cx="1800000" cy="1080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D7D31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r>
              <a:rPr lang="en-US"/>
              <a:t/>
            </a:r>
          </a:p>
        </p:txBody>
      </p:sp>
      <p:cxnSp>
        <p:nvCxnSpPr>
          <p:cNvPr id="6" name="Line 6"/>
          <p:cNvCxnSpPr/>
          <p:nvPr/>
        </p:nvCxnSpPr>
        <p:spPr>
          <a:xfrm xmlns:a="http://schemas.openxmlformats.org/drawingml/2006/main" flipV="1">
            <a:off x="7200000" y="3240000"/>
            <a:ext cx="3960000" cy="108000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4472C4"/>
            </a:solidFill>
          </a:ln>
        </p:spPr>
      </p:cxnSp>
    </p:spTree>
  </p:cSld>
  <p:clrMapOvr>
    <a:masterClrMapping xmlns:a="http://schemas.openxmlformats.org/drawingml/2006/main"/>
  </p:clrMapOvr>
  <p:transition xmlns:p14="http://schemas.microsoft.com/office/powerpoint/2010/main" p14:dur="700">
    <p:fade/>
  </p:transition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M4: animations, comments &amp; replace</a:t>
            </a:r>
          </a:p>
        </p:txBody>
      </p:sp>
      <p:sp>
        <p:nvSpPr>
          <p:cNvPr id="3" name="TextBox 3"/>
          <p:cNvSpPr txBox="1"/>
          <p:nvPr/>
        </p:nvSpPr>
        <p:spPr>
          <a:xfrm xmlns:a="http://schemas.openxmlformats.org/drawingml/2006/main">
            <a:off x="1440000" y="2160000"/>
            <a:ext cx="4320000" cy="144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6F2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r>
              <a:rPr lang="en-US"/>
              <a:t>This box fades in on click </a:t>
            </a:r>
            <a:r>
              <a:rPr lang="en-US"/>
              <a:t>(replaced by aioffice)</a:t>
            </a:r>
          </a:p>
        </p:txBody>
      </p:sp>
    </p:spTree>
  </p:cSld>
  <p:clrMapOvr>
    <a:masterClrMapping xmlns:a="http://schemas.openxmlformats.org/drawingml/2006/main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M5: tables, replies &amp; emphasis/exit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mlns:a="http://schemas.openxmlformats.org/drawingml/2006/main" x="720000" y="1800000"/>
          <a:ext xmlns:a="http://schemas.openxmlformats.org/drawingml/2006/main" cx="7200000" cy="1440000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1800000"/>
                <a:gridCol w="1800000"/>
                <a:gridCol w="1800000"/>
                <a:gridCol w="1800000"/>
              </a:tblGrid>
              <a:tr h="360000"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rgbClr val="FFFFFF"/>
                          </a:solidFill>
                        </a:rPr>
                        <a:t>Region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rgbClr val="FFFFFF"/>
                          </a:solidFill>
                        </a:rPr>
                        <a:t>Q1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rgbClr val="FFFFFF"/>
                          </a:solidFill>
                        </a:rPr>
                        <a:t>Q2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>
                          <a:solidFill>
                            <a:srgbClr val="FFFFFF"/>
                          </a:solidFill>
                        </a:rPr>
                        <a:t>Total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4472C4"/>
                    </a:solidFill>
                  </a:tcPr>
                </a:tc>
              </a:tr>
              <a:tr h="360000">
                <a:tc rowSpan="2">
                  <a:txBody>
                    <a:bodyPr/>
                    <a:lstStyle/>
                    <a:p>
                      <a:r>
                        <a:rPr lang="en-US"/>
                        <a:t>EMEA (merged down)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</a:tr>
              <a:tr h="360000">
                <a:tc vMerge="1"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0000">
                <a:tc gridSpan="3">
                  <a:txBody>
                    <a:bodyPr/>
                    <a:lstStyle/>
                    <a:p>
                      <a:pPr algn="ctr"/>
                      <a:r>
                        <a:rPr lang="en-US"/>
                        <a:t>Grand total (merged right)</a:t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/>
                      </a:r>
                    </a:p>
                  </a:txBody>
                  <a:tcPr>
                    <a:lnL w="12700">
                      <a:solidFill>
                        <a:srgbClr val="8EAADB"/>
                      </a:solidFill>
                    </a:lnL>
                    <a:lnR w="12700">
                      <a:solidFill>
                        <a:srgbClr val="8EAADB"/>
                      </a:solidFill>
                    </a:lnR>
                    <a:lnT w="12700">
                      <a:solidFill>
                        <a:srgbClr val="8EAADB"/>
                      </a:solidFill>
                    </a:lnT>
                    <a:lnB w="12700">
                      <a:solidFill>
                        <a:srgbClr val="8EAADB"/>
                      </a:solidFill>
                    </a:lnB>
                    <a:solidFill>
                      <a:srgbClr val="D9E2F3"/>
                    </a:solidFill>
                  </a:tcPr>
                </a:tc>
              </a:tr>
            </a:tbl>
          </a:graphicData>
        </a:graphic>
      </p:graphicFrame>
      <p:sp>
        <p:nvSpPr>
          <p:cNvPr id="4" name="TextBox 4"/>
          <p:cNvSpPr txBox="1"/>
          <p:nvPr/>
        </p:nvSpPr>
        <p:spPr>
          <a:xfrm xmlns:a="http://schemas.openxmlformats.org/drawingml/2006/main">
            <a:off x="8280000" y="1800000"/>
            <a:ext cx="2880000" cy="144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000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r>
              <a:rPr lang="en-US"/>
              <a:t>Pulses, then fades out</a:t>
            </a:r>
          </a:p>
        </p:txBody>
      </p:sp>
    </p:spTree>
  </p:cSld>
  <p:clrMapOvr>
    <a:masterClrMapping xmlns:a="http://schemas.openxmlformats.org/drawingml/2006/main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35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5" dur="500" autoRev="1" fill="hold"/>
                                        <p:tgtEl>
                                          <p:spTgt spid="4"/>
                                        </p:tgtEl>
                                      </p:cBhvr>
                                      <p:to x="106000" y="106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10" presetClass="exit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000"/>
              <a:t>M8: shape hyperlinks &amp; actions</a:t>
            </a:r>
          </a:p>
        </p:txBody>
      </p:sp>
      <p:sp>
        <p:nvSpPr>
          <p:cNvPr id="3" name="RoundRect 3">
            <a:hlinkClick xmlns:r="http://schemas.openxmlformats.org/officeDocument/2006/relationships" r:id="R971e3eee30534809"/>
          </p:cNvPr>
          <p:cNvSpPr/>
          <p:nvPr/>
        </p:nvSpPr>
        <p:spPr>
          <a:xfrm xmlns:a="http://schemas.openxmlformats.org/drawingml/2006/main">
            <a:off x="720000" y="2160000"/>
            <a:ext cx="2880000" cy="108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4472C4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ctr"/>
            <a:r>
              <a:rPr lang="en-US">
                <a:solidFill>
                  <a:srgbClr val="FFFFFF"/>
                </a:solidFill>
              </a:rPr>
              <a:t>Open the web</a:t>
            </a:r>
          </a:p>
        </p:txBody>
      </p:sp>
      <p:sp>
        <p:nvSpPr>
          <p:cNvPr id="4" name="RoundRect 4">
            <a:hlinkClick xmlns:r="http://schemas.openxmlformats.org/officeDocument/2006/relationships" r:id="Rf2fc845cc2214920" action="ppaction://hlinksldjump"/>
          </p:cNvPr>
          <p:cNvSpPr/>
          <p:nvPr/>
        </p:nvSpPr>
        <p:spPr>
          <a:xfrm xmlns:a="http://schemas.openxmlformats.org/drawingml/2006/main">
            <a:off x="4320000" y="2160000"/>
            <a:ext cx="2880000" cy="108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70AD47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ctr"/>
            <a:r>
              <a:rPr lang="en-US">
                <a:solidFill>
                  <a:srgbClr val="FFFFFF"/>
                </a:solidFill>
              </a:rPr>
              <a:t>Back to slide 1</a:t>
            </a:r>
          </a:p>
        </p:txBody>
      </p:sp>
      <p:sp>
        <p:nvSpPr>
          <p:cNvPr id="5" name="RoundRect 5">
            <a:hlinkClick xmlns:r="http://schemas.openxmlformats.org/officeDocument/2006/relationships" r:id="" action="ppaction://hlinkshowjump?jump=endshow"/>
          </p:cNvPr>
          <p:cNvSpPr/>
          <p:nvPr/>
        </p:nvSpPr>
        <p:spPr>
          <a:xfrm xmlns:a="http://schemas.openxmlformats.org/drawingml/2006/main">
            <a:off x="7920000" y="2160000"/>
            <a:ext cx="2880000" cy="1080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D7D31"/>
          </a:solidFill>
        </p:spPr>
        <p:txBody>
          <a:bodyPr xmlns:a="http://schemas.openxmlformats.org/drawingml/2006/main" wrap="square"/>
          <a:lstStyle xmlns:a="http://schemas.openxmlformats.org/drawingml/2006/main"/>
          <a:p xmlns:a="http://schemas.openxmlformats.org/drawingml/2006/main">
            <a:pPr algn="ctr"/>
            <a:r>
              <a:rPr lang="en-US">
                <a:solidFill>
                  <a:srgbClr val="FFFFFF"/>
                </a:solidFill>
              </a:rPr>
              <a:t>End the show</a:t>
            </a:r>
          </a:p>
        </p:txBody>
      </p:sp>
    </p:spTree>
  </p:cSld>
  <p:clrMapOvr>
    <a:masterClrMapping xmlns:a="http://schemas.openxmlformats.org/drawingml/2006/main"/>
  </p:clrMapOvr>
</p:sld>
</file>