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bin" ContentType="application/vnd.openxmlformats-officedocument.spreadsheetml.sheet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829023c01424f9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43503c7e5f67499a"/>
  </p:notesMasterIdLst>
  <p:sldIdLst>
    <p:sldId xmlns:r="http://schemas.openxmlformats.org/officeDocument/2006/relationships" id="256" r:id="rId2"/>
    <p:sldId id="257" r:id="R035defabd58e4b10"/>
    <p:sldId id="258" r:id="R060137ce59284f04"/>
    <p:sldId id="259" r:id="R3fb08e3be6d045b0"/>
    <p:sldId id="260" r:id="R400595cedd0f4c93"/>
  </p:sldIdLst>
  <p:sldSz cx="12192000" cy="6858000"/>
  <p:notesSz cx="6858000" cy="9144000"/>
  <p:defaultTextStyle/>
</p:presentation>
</file>

<file path=ppt/commentAuthors.xml><?xml version="1.0" encoding="utf-8"?>
<p:cmAuthorLst xmlns:p="http://schemas.openxmlformats.org/presentationml/2006/main">
  <p:cmAuthor id="0" name="AIOffice" initials="A" lastIdx="1" clrIdx="0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035defabd58e4b10" /><Relationship Type="http://schemas.openxmlformats.org/officeDocument/2006/relationships/slide" Target="/ppt/slides/slide3.xml" Id="R060137ce59284f04" /><Relationship Type="http://schemas.openxmlformats.org/officeDocument/2006/relationships/notesMaster" Target="/ppt/notesMasters/notesMaster1.xml" Id="R43503c7e5f67499a" /><Relationship Type="http://schemas.openxmlformats.org/officeDocument/2006/relationships/slide" Target="/ppt/slides/slide4.xml" Id="R3fb08e3be6d045b0" /><Relationship Type="http://schemas.openxmlformats.org/officeDocument/2006/relationships/slide" Target="/ppt/slides/slide5.xml" Id="R400595cedd0f4c93" /><Relationship Type="http://schemas.openxmlformats.org/officeDocument/2006/relationships/commentAuthors" Target="/ppt/commentAuthors.xml" Id="R0f2b256935fa4ffe" /></Relationships>
</file>

<file path=ppt/comments/comment1.xml><?xml version="1.0" encoding="utf-8"?>
<p:cmLst xmlns:p="http://schemas.openxmlformats.org/presentationml/2006/main">
  <p:cm authorId="0" dt="2026-06-12T14:17:08.140097Z" idx="1">
    <p:pos x="0" y="0"/>
    <p:text>Added by aioffice M4 — check the comments pane.</p:text>
  </p:cm>
</p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1ebb494e3424070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5f4b8f0645054c53" /><Relationship Type="http://schemas.openxmlformats.org/officeDocument/2006/relationships/notesMaster" Target="/ppt/notesMasters/notesMaster1.xml" Id="R88f0e3f173af47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7d294b58047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f3688e42b74957" /><Relationship Type="http://schemas.openxmlformats.org/officeDocument/2006/relationships/notesSlide" Target="/ppt/notesSlides/notesSlide1.xml" Id="R271fc1a4d4a54821" /><Relationship Type="http://schemas.openxmlformats.org/officeDocument/2006/relationships/image" Target="/ppt/media/image.png" Id="Rc126fa7d632742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edc776f1a944a2" /><Relationship Type="http://schemas.openxmlformats.org/officeDocument/2006/relationships/chart" Target="/ppt/slides/charts/chart1.xml" Id="Rbfce44c1ad9749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0498f6ee39496f" /><Relationship Type="http://schemas.openxmlformats.org/officeDocument/2006/relationships/comments" Target="/ppt/comments/comment1.xml" Id="Rf11f5e0cf2874c75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d7b26c9a8f8f40f1" 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Quarterly 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21</c:v>
                </c:pt>
                <c:pt idx="2">
                  <c:v>19</c:v>
                </c:pt>
                <c:pt idx="3">
                  <c:v>27</c:v>
                </c:pt>
              </c:numCache>
            </c:numRef>
          </c:val>
        </c:ser>
        <c:axId val="100001"/>
        <c:axId val="100002"/>
      </c:barChart>
      <c:catAx>
        <c:axId val="100001"/>
        <c:scaling>
          <c:orientation val="minMax"/>
        </c:scaling>
        <c:delete val="0"/>
        <c:axPos val="b"/>
        <c:crossAx val="100002"/>
      </c:catAx>
      <c:valAx>
        <c:axId val="100002"/>
        <c:scaling>
          <c:orientation val="minMax"/>
        </c:scaling>
        <c:delete val="0"/>
        <c:axPos val="l"/>
        <c:crossAx val="100001"/>
      </c:valAx>
    </c:plotArea>
    <c:plotVisOnly val="1"/>
  </c:chart>
  <c:externalData r:id="Rd7b26c9a8f8f40f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26fa7d6327421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M3: chart, geometries &amp; transition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mlns:a="http://schemas.openxmlformats.org/drawingml/2006/main" x="720000" y="1620000"/>
          <a:ext xmlns:a="http://schemas.openxmlformats.org/drawingml/2006/main" cx="5760000" cy="39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fce44c1ad9749e3"/>
          </a:graphicData>
        </a:graphic>
      </p:graphicFrame>
      <p:sp>
        <p:nvSpPr>
          <p:cNvPr id="4" name="Ellipse 4"/>
          <p:cNvSpPr/>
          <p:nvPr/>
        </p:nvSpPr>
        <p:spPr>
          <a:xfrm xmlns:a="http://schemas.openxmlformats.org/drawingml/2006/main">
            <a:off x="7200000" y="1620000"/>
            <a:ext cx="1800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/>
              <a:t>ellipse</a:t>
            </a:r>
          </a:p>
        </p:txBody>
      </p:sp>
      <p:sp>
        <p:nvSpPr>
          <p:cNvPr id="5" name="Arrow 5"/>
          <p:cNvSpPr/>
          <p:nvPr/>
        </p:nvSpPr>
        <p:spPr>
          <a:xfrm xmlns:a="http://schemas.openxmlformats.org/drawingml/2006/main">
            <a:off x="9360000" y="1620000"/>
            <a:ext cx="1800000" cy="108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cxnSp>
        <p:nvCxnSpPr>
          <p:cNvPr id="6" name="Line 6"/>
          <p:cNvCxnSpPr/>
          <p:nvPr/>
        </p:nvCxnSpPr>
        <p:spPr>
          <a:xfrm xmlns:a="http://schemas.openxmlformats.org/drawingml/2006/main" flipV="1">
            <a:off x="7200000" y="3240000"/>
            <a:ext cx="3960000" cy="1080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472C4"/>
            </a:solidFill>
          </a:ln>
        </p:spPr>
      </p:cxnSp>
    </p:spTree>
  </p:cSld>
  <p:clrMapOvr>
    <a:masterClrMapping xmlns:a="http://schemas.openxmlformats.org/drawingml/2006/main"/>
  </p:clrMapOvr>
  <p:transition xmlns:p14="http://schemas.microsoft.com/office/powerpoint/2010/main" p14:dur="700">
    <p:fade/>
  </p:transition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M4: animations, comments &amp; replace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1440000" y="2160000"/>
            <a:ext cx="432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F2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This box fades in on click </a:t>
            </a:r>
            <a:r>
              <a:rPr lang="en-US"/>
              <a:t>(replaced by aioffice)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