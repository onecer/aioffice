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f0b7bd51bf74b8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e02b7319c2664b5a"/>
  </p:notesMasterIdLst>
  <p:sldIdLst>
    <p:sldId xmlns:r="http://schemas.openxmlformats.org/officeDocument/2006/relationships" id="256" r:id="rId2"/>
    <p:sldId id="257" r:id="Rb6ce74dd8d614748"/>
    <p:sldId id="258" r:id="R761f11329cc44be8"/>
    <p:sldId id="259" r:id="Rfaf6c4c767ac4283"/>
    <p:sldId id="260" r:id="R33d43e35d1d04092"/>
    <p:sldId id="261" r:id="Ra0339eaf8dcf4344"/>
    <p:sldId id="262" r:id="R9ae9a3fac95e4c21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b6ce74dd8d614748" /><Relationship Type="http://schemas.openxmlformats.org/officeDocument/2006/relationships/slide" Target="/ppt/slides/slide3.xml" Id="R761f11329cc44be8" /><Relationship Type="http://schemas.openxmlformats.org/officeDocument/2006/relationships/notesMaster" Target="/ppt/notesMasters/notesMaster1.xml" Id="Re02b7319c2664b5a" /><Relationship Type="http://schemas.openxmlformats.org/officeDocument/2006/relationships/slide" Target="/ppt/slides/slide4.xml" Id="Rfaf6c4c767ac4283" /><Relationship Type="http://schemas.openxmlformats.org/officeDocument/2006/relationships/slide" Target="/ppt/slides/slide5.xml" Id="R33d43e35d1d04092" /><Relationship Type="http://schemas.openxmlformats.org/officeDocument/2006/relationships/commentAuthors" Target="/ppt/commentAuthors.xml" Id="Rce2ff534f3a74780" /><Relationship Type="http://schemas.openxmlformats.org/officeDocument/2006/relationships/slide" Target="/ppt/slides/slide6.xml" Id="Ra0339eaf8dcf4344" /><Relationship Type="http://schemas.openxmlformats.org/officeDocument/2006/relationships/slide" Target="/ppt/slides/slide7.xml" Id="R9ae9a3fac95e4c21" /></Relationships>
</file>

<file path=ppt/comments/comment1.xml><?xml version="1.0" encoding="utf-8"?>
<p:cmLst xmlns:p="http://schemas.openxmlformats.org/presentationml/2006/main">
  <p:cm authorId="0" dt="2026-06-13T13:23:13.724232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3T13:23:13.786021Z" idx="2">
    <p:pos x="0" y="0"/>
    <p:text>M5 thread root — expand to see the reply.</p:text>
  </p:cm>
  <p:cm authorId="1" dt="2026-06-13T13:23:13.788708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962cd39d69241f5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f4c81fae9f7e4bbc" /><Relationship Type="http://schemas.openxmlformats.org/officeDocument/2006/relationships/notesMaster" Target="/ppt/notesMasters/notesMaster1.xml" Id="Rdff6f2093d974a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9bfc73bea41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8909d3f6344193" /><Relationship Type="http://schemas.openxmlformats.org/officeDocument/2006/relationships/notesSlide" Target="/ppt/notesSlides/notesSlide1.xml" Id="Rec748cf83cb14329" /><Relationship Type="http://schemas.openxmlformats.org/officeDocument/2006/relationships/image" Target="/ppt/media/image.png" Id="Rfec3df092ed44d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149f2e2234c18" /><Relationship Type="http://schemas.openxmlformats.org/officeDocument/2006/relationships/chart" Target="/ppt/slides/charts/chart1.xml" Id="R9b26948bd9824d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e810550094667" /><Relationship Type="http://schemas.openxmlformats.org/officeDocument/2006/relationships/comments" Target="/ppt/comments/comment1.xml" Id="R121757dabdf944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41c568e8f345d9" /><Relationship Type="http://schemas.openxmlformats.org/officeDocument/2006/relationships/comments" Target="/ppt/comments/comment2.xml" Id="R873da75c766649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33f550ba2d4847" /><Relationship Type="http://schemas.openxmlformats.org/officeDocument/2006/relationships/hyperlink" Target="https://github.com" TargetMode="External" Id="R533facae77bf4cbe" /><Relationship Type="http://schemas.openxmlformats.org/officeDocument/2006/relationships/slide" Target="/ppt/slides/slide1.xml" Id="R63fd5a3a38cf4f18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664c84a66d2d4850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664c84a66d2d4850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c3df092ed44dc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26948bd9824d34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M8: shape hyperlinks &amp; actions</a:t>
            </a:r>
          </a:p>
        </p:txBody>
      </p:sp>
      <p:sp>
        <p:nvSpPr>
          <p:cNvPr id="3" name="RoundRect 3">
            <a:hlinkClick xmlns:r="http://schemas.openxmlformats.org/officeDocument/2006/relationships" r:id="R533facae77bf4cbe"/>
          </p:cNvPr>
          <p:cNvSpPr/>
          <p:nvPr/>
        </p:nvSpPr>
        <p:spPr>
          <a:xfrm xmlns:a="http://schemas.openxmlformats.org/drawingml/2006/main">
            <a:off x="7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472C4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Open the web</a:t>
            </a:r>
          </a:p>
        </p:txBody>
      </p:sp>
      <p:sp>
        <p:nvSpPr>
          <p:cNvPr id="4" name="RoundRect 4">
            <a:hlinkClick xmlns:r="http://schemas.openxmlformats.org/officeDocument/2006/relationships" r:id="R63fd5a3a38cf4f18" action="ppaction://hlinksldjump"/>
          </p:cNvPr>
          <p:cNvSpPr/>
          <p:nvPr/>
        </p:nvSpPr>
        <p:spPr>
          <a:xfrm xmlns:a="http://schemas.openxmlformats.org/drawingml/2006/main">
            <a:off x="43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Back to slide 1</a:t>
            </a:r>
          </a:p>
        </p:txBody>
      </p:sp>
      <p:sp>
        <p:nvSpPr>
          <p:cNvPr id="5" name="RoundRect 5">
            <a:hlinkClick xmlns:r="http://schemas.openxmlformats.org/officeDocument/2006/relationships" r:id="" action="ppaction://hlinkshowjump?jump=endshow"/>
          </p:cNvPr>
          <p:cNvSpPr/>
          <p:nvPr/>
        </p:nvSpPr>
        <p:spPr>
          <a:xfrm xmlns:a="http://schemas.openxmlformats.org/drawingml/2006/main">
            <a:off x="79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End the show</a:t>
            </a:r>
          </a:p>
        </p:txBody>
      </p:sp>
    </p:spTree>
  </p:cSld>
  <p:clrMapOvr>
    <a:masterClrMapping xmlns:a="http://schemas.openxmlformats.org/drawingml/2006/main"/>
  </p:clrMapOvr>
</p:sld>
</file>