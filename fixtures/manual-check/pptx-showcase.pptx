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2736ff79de469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  <p:sldId id="257" r:id="Rfc05c4074b694cc8"/>
  </p:sldIdLst>
  <p:sldSz cx="12192000" cy="68580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fc05c4074b694cc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6560a11a64b9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