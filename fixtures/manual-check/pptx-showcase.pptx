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2f103229e264e8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501111978f1e4f87"/>
  </p:notesMasterIdLst>
  <p:sldIdLst>
    <p:sldId xmlns:r="http://schemas.openxmlformats.org/officeDocument/2006/relationships" id="256" r:id="rId2"/>
    <p:sldId id="257" r:id="Rd75ad61425304ea9"/>
    <p:sldId id="258" r:id="R1c7016a8f2864886"/>
    <p:sldId id="259" r:id="Rae1fe7ee3d494345"/>
    <p:sldId id="260" r:id="R444fcb98abda4741"/>
    <p:sldId id="261" r:id="Rdc3ff82735954abd"/>
    <p:sldId id="262" r:id="R66321d707ccf4eb2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d75ad61425304ea9" /><Relationship Type="http://schemas.openxmlformats.org/officeDocument/2006/relationships/slide" Target="/ppt/slides/slide3.xml" Id="R1c7016a8f2864886" /><Relationship Type="http://schemas.openxmlformats.org/officeDocument/2006/relationships/notesMaster" Target="/ppt/notesMasters/notesMaster1.xml" Id="R501111978f1e4f87" /><Relationship Type="http://schemas.openxmlformats.org/officeDocument/2006/relationships/slide" Target="/ppt/slides/slide4.xml" Id="Rae1fe7ee3d494345" /><Relationship Type="http://schemas.openxmlformats.org/officeDocument/2006/relationships/slide" Target="/ppt/slides/slide5.xml" Id="R444fcb98abda4741" /><Relationship Type="http://schemas.openxmlformats.org/officeDocument/2006/relationships/commentAuthors" Target="/ppt/commentAuthors.xml" Id="R5e652e84e02d4fd3" /><Relationship Type="http://schemas.openxmlformats.org/officeDocument/2006/relationships/slide" Target="/ppt/slides/slide6.xml" Id="Rdc3ff82735954abd" /><Relationship Type="http://schemas.openxmlformats.org/officeDocument/2006/relationships/slide" Target="/ppt/slides/slide7.xml" Id="R66321d707ccf4eb2" /></Relationships>
</file>

<file path=ppt/comments/comment1.xml><?xml version="1.0" encoding="utf-8"?>
<p:cmLst xmlns:p="http://schemas.openxmlformats.org/presentationml/2006/main">
  <p:cm authorId="0" dt="2026-06-15T13:01:17.974162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5T13:01:18.095691Z" idx="2">
    <p:pos x="0" y="0"/>
    <p:text>M5 thread root — expand to see the reply.</p:text>
  </p:cm>
  <p:cm authorId="1" dt="2026-06-15T13:01:18.103784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a70b251835742fb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bfb4d6ab4f4446a4" /><Relationship Type="http://schemas.openxmlformats.org/officeDocument/2006/relationships/notesMaster" Target="/ppt/notesMasters/notesMaster1.xml" Id="R79c1b4b8f3e94c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3be4939e64a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6b1a966044b57" /><Relationship Type="http://schemas.openxmlformats.org/officeDocument/2006/relationships/notesSlide" Target="/ppt/notesSlides/notesSlide1.xml" Id="Ra8ea4615c5bf4b46" /><Relationship Type="http://schemas.openxmlformats.org/officeDocument/2006/relationships/image" Target="/ppt/media/image.png" Id="R3bd1bfda8f9a46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f00834ed644e3" /><Relationship Type="http://schemas.openxmlformats.org/officeDocument/2006/relationships/chart" Target="/ppt/slides/charts/chart1.xml" Id="R886b404132824e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4303c49504b7e" /><Relationship Type="http://schemas.openxmlformats.org/officeDocument/2006/relationships/comments" Target="/ppt/comments/comment1.xml" Id="Rc926b9e0df7c4e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27d0387e74c39" /><Relationship Type="http://schemas.openxmlformats.org/officeDocument/2006/relationships/comments" Target="/ppt/comments/comment2.xml" Id="Rc8e709d570d446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ede747f434c7a" /><Relationship Type="http://schemas.openxmlformats.org/officeDocument/2006/relationships/hyperlink" Target="https://github.com" TargetMode="External" Id="Rf0263fa9dc7a4887" /><Relationship Type="http://schemas.openxmlformats.org/officeDocument/2006/relationships/slide" Target="/ppt/slides/slide1.xml" Id="R4a0dfd6212be44f0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1659227a3e5c44fd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1659227a3e5c44fd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d1bfda8f9a46d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6b404132824ede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f0263fa9dc7a4887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4a0dfd6212be44f0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