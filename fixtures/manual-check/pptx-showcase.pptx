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b45f8e39c0749b2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056317649cb24bd6"/>
  </p:notesMasterIdLst>
  <p:sldIdLst>
    <p:sldId xmlns:r="http://schemas.openxmlformats.org/officeDocument/2006/relationships" id="256" r:id="rId2"/>
    <p:sldId id="257" r:id="Rd826cc36146649ff"/>
    <p:sldId id="258" r:id="R754eddda63404d68"/>
    <p:sldId id="259" r:id="R74cdbeb1f3764fc1"/>
    <p:sldId id="260" r:id="Rc083c651b2824d53"/>
    <p:sldId id="261" r:id="Red40da6d984148c0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d826cc36146649ff" /><Relationship Type="http://schemas.openxmlformats.org/officeDocument/2006/relationships/slide" Target="/ppt/slides/slide3.xml" Id="R754eddda63404d68" /><Relationship Type="http://schemas.openxmlformats.org/officeDocument/2006/relationships/notesMaster" Target="/ppt/notesMasters/notesMaster1.xml" Id="R056317649cb24bd6" /><Relationship Type="http://schemas.openxmlformats.org/officeDocument/2006/relationships/slide" Target="/ppt/slides/slide4.xml" Id="R74cdbeb1f3764fc1" /><Relationship Type="http://schemas.openxmlformats.org/officeDocument/2006/relationships/slide" Target="/ppt/slides/slide5.xml" Id="Rc083c651b2824d53" /><Relationship Type="http://schemas.openxmlformats.org/officeDocument/2006/relationships/commentAuthors" Target="/ppt/commentAuthors.xml" Id="R92bbea74caf44c8f" /><Relationship Type="http://schemas.openxmlformats.org/officeDocument/2006/relationships/slide" Target="/ppt/slides/slide6.xml" Id="Red40da6d984148c0" /></Relationships>
</file>

<file path=ppt/comments/comment1.xml><?xml version="1.0" encoding="utf-8"?>
<p:cmLst xmlns:p="http://schemas.openxmlformats.org/presentationml/2006/main">
  <p:cm authorId="0" dt="2026-06-12T15:54:05.029818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2T15:54:05.053048Z" idx="2">
    <p:pos x="0" y="0"/>
    <p:text>M5 thread root — expand to see the reply.</p:text>
  </p:cm>
  <p:cm authorId="1" dt="2026-06-12T15:54:05.074326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8e60ee7303407c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4161821b92fa4d46" /><Relationship Type="http://schemas.openxmlformats.org/officeDocument/2006/relationships/notesMaster" Target="/ppt/notesMasters/notesMaster1.xml" Id="R3ec474886f304e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b64efe4ea477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2a8ddbb1544fc" /><Relationship Type="http://schemas.openxmlformats.org/officeDocument/2006/relationships/notesSlide" Target="/ppt/notesSlides/notesSlide1.xml" Id="R1c034084bbd14ae0" /><Relationship Type="http://schemas.openxmlformats.org/officeDocument/2006/relationships/image" Target="/ppt/media/image.png" Id="Rb1dd40f64be64c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b7038a3364002" /><Relationship Type="http://schemas.openxmlformats.org/officeDocument/2006/relationships/chart" Target="/ppt/slides/charts/chart1.xml" Id="Rc8bc80df29214a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7cae0016444b8e" /><Relationship Type="http://schemas.openxmlformats.org/officeDocument/2006/relationships/comments" Target="/ppt/comments/comment1.xml" Id="R29d385798d2e47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8b4d706fcc4b44" /><Relationship Type="http://schemas.openxmlformats.org/officeDocument/2006/relationships/comments" Target="/ppt/comments/comment2.xml" Id="Rd23d2e89c3eb4ff5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77d925fec88040a0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77d925fec88040a0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d40f64be64cc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8bc80df29214a73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