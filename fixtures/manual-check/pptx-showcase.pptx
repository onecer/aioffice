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b49686659e94e6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0b104f21a2447a3"/>
  </p:notesMasterIdLst>
  <p:sldIdLst>
    <p:sldId xmlns:r="http://schemas.openxmlformats.org/officeDocument/2006/relationships" id="256" r:id="rId2"/>
    <p:sldId id="257" r:id="R8839e37e5f904563"/>
    <p:sldId id="258" r:id="R1b493cedd26141b1"/>
    <p:sldId id="259" r:id="Rbf0c479c777d4767"/>
    <p:sldId id="260" r:id="R20a00d22ad2a4759"/>
    <p:sldId id="261" r:id="Rd8aaab3ac34b4b45"/>
    <p:sldId id="262" r:id="R2bb8f2293b4e4952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8839e37e5f904563" /><Relationship Type="http://schemas.openxmlformats.org/officeDocument/2006/relationships/slide" Target="/ppt/slides/slide3.xml" Id="R1b493cedd26141b1" /><Relationship Type="http://schemas.openxmlformats.org/officeDocument/2006/relationships/notesMaster" Target="/ppt/notesMasters/notesMaster1.xml" Id="R80b104f21a2447a3" /><Relationship Type="http://schemas.openxmlformats.org/officeDocument/2006/relationships/slide" Target="/ppt/slides/slide4.xml" Id="Rbf0c479c777d4767" /><Relationship Type="http://schemas.openxmlformats.org/officeDocument/2006/relationships/slide" Target="/ppt/slides/slide5.xml" Id="R20a00d22ad2a4759" /><Relationship Type="http://schemas.openxmlformats.org/officeDocument/2006/relationships/commentAuthors" Target="/ppt/commentAuthors.xml" Id="Rc9f2cb1c83cd4549" /><Relationship Type="http://schemas.openxmlformats.org/officeDocument/2006/relationships/slide" Target="/ppt/slides/slide6.xml" Id="Rd8aaab3ac34b4b45" /><Relationship Type="http://schemas.openxmlformats.org/officeDocument/2006/relationships/slide" Target="/ppt/slides/slide7.xml" Id="R2bb8f2293b4e4952" /></Relationships>
</file>

<file path=ppt/comments/comment1.xml><?xml version="1.0" encoding="utf-8"?>
<p:cmLst xmlns:p="http://schemas.openxmlformats.org/presentationml/2006/main">
  <p:cm authorId="0" dt="2026-06-13T11:13:28.800498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3T11:13:28.896219Z" idx="2">
    <p:pos x="0" y="0"/>
    <p:text>M5 thread root — expand to see the reply.</p:text>
  </p:cm>
  <p:cm authorId="1" dt="2026-06-13T11:13:28.911455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74fcc6a4c1c41ec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07a08eeec6824715" /><Relationship Type="http://schemas.openxmlformats.org/officeDocument/2006/relationships/notesMaster" Target="/ppt/notesMasters/notesMaster1.xml" Id="Rb6148cf74e0b48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fdb95ad4d45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3b55fe5044454" /><Relationship Type="http://schemas.openxmlformats.org/officeDocument/2006/relationships/notesSlide" Target="/ppt/notesSlides/notesSlide1.xml" Id="Rf7325fa520844f1c" /><Relationship Type="http://schemas.openxmlformats.org/officeDocument/2006/relationships/image" Target="/ppt/media/image.png" Id="R38b7f7e9fa6a4a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38465cd6214f01" /><Relationship Type="http://schemas.openxmlformats.org/officeDocument/2006/relationships/chart" Target="/ppt/slides/charts/chart1.xml" Id="Ra5509bb3bb004a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73b320ac64c30" /><Relationship Type="http://schemas.openxmlformats.org/officeDocument/2006/relationships/comments" Target="/ppt/comments/comment1.xml" Id="R246a46626ccb40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ef46c3d9b49a2" /><Relationship Type="http://schemas.openxmlformats.org/officeDocument/2006/relationships/comments" Target="/ppt/comments/comment2.xml" Id="R18d26f642b0243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934388de24ddd" /><Relationship Type="http://schemas.openxmlformats.org/officeDocument/2006/relationships/hyperlink" Target="https://github.com" TargetMode="External" Id="R7f7bf60f2d1049b5" /><Relationship Type="http://schemas.openxmlformats.org/officeDocument/2006/relationships/slide" Target="/ppt/slides/slide1.xml" Id="R98685d93fc61476c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942657d40d634073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942657d40d634073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b7f7e9fa6a4a4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509bb3bb004a5e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7f7bf60f2d1049b5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98685d93fc61476c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