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Default Extension="bin" ContentType="application/vnd.openxmlformats-officedocument.spreadsheetml.sheet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slides/slide6.xml" ContentType="application/vnd.openxmlformats-officedocument.presentationml.slide+xml"/>
  <Override PartName="/ppt/comments/comment2.xml" ContentType="application/vnd.openxmlformats-officedocument.presentationml.comments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6a5a42bfe98476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966ed8a03d74608"/>
  </p:notesMasterIdLst>
  <p:sldIdLst>
    <p:sldId xmlns:r="http://schemas.openxmlformats.org/officeDocument/2006/relationships" id="256" r:id="rId2"/>
    <p:sldId id="257" r:id="R624a9023b2c24525"/>
    <p:sldId id="258" r:id="R93de2f7166d446d7"/>
    <p:sldId id="259" r:id="R23a38976ce2245c6"/>
    <p:sldId id="260" r:id="R192112d1ad5f4126"/>
    <p:sldId id="261" r:id="Rfb4154e8de5b463e"/>
    <p:sldId id="262" r:id="Rb5efa6b9fb3a47f8"/>
  </p:sldIdLst>
  <p:sldSz cx="12192000" cy="6858000"/>
  <p:notesSz cx="6858000" cy="9144000"/>
  <p:defaultTextStyle/>
</p:presentation>
</file>

<file path=ppt/commentAuthors.xml><?xml version="1.0" encoding="utf-8"?>
<p:cmAuthorLst xmlns:p="http://schemas.openxmlformats.org/presentationml/2006/main">
  <p:cmAuthor id="0" name="AIOffice" initials="A" lastIdx="2" clrIdx="0"/>
  <p:cmAuthor id="1" name="Reviewer" initials="R" lastIdx="3" clrIdx="1"/>
</p:cm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624a9023b2c24525" /><Relationship Type="http://schemas.openxmlformats.org/officeDocument/2006/relationships/slide" Target="/ppt/slides/slide3.xml" Id="R93de2f7166d446d7" /><Relationship Type="http://schemas.openxmlformats.org/officeDocument/2006/relationships/notesMaster" Target="/ppt/notesMasters/notesMaster1.xml" Id="R6966ed8a03d74608" /><Relationship Type="http://schemas.openxmlformats.org/officeDocument/2006/relationships/slide" Target="/ppt/slides/slide4.xml" Id="R23a38976ce2245c6" /><Relationship Type="http://schemas.openxmlformats.org/officeDocument/2006/relationships/slide" Target="/ppt/slides/slide5.xml" Id="R192112d1ad5f4126" /><Relationship Type="http://schemas.openxmlformats.org/officeDocument/2006/relationships/commentAuthors" Target="/ppt/commentAuthors.xml" Id="R6dbad10ce45146a0" /><Relationship Type="http://schemas.openxmlformats.org/officeDocument/2006/relationships/slide" Target="/ppt/slides/slide6.xml" Id="Rfb4154e8de5b463e" /><Relationship Type="http://schemas.openxmlformats.org/officeDocument/2006/relationships/slide" Target="/ppt/slides/slide7.xml" Id="Rb5efa6b9fb3a47f8" /></Relationships>
</file>

<file path=ppt/comments/comment1.xml><?xml version="1.0" encoding="utf-8"?>
<p:cmLst xmlns:p="http://schemas.openxmlformats.org/presentationml/2006/main">
  <p:cm authorId="0" dt="2026-06-15T03:24:49.390187Z" idx="1">
    <p:pos x="0" y="0"/>
    <p:text>Added by aioffice M4 — check the comments pane.</p:text>
  </p:cm>
</p:cmLst>
</file>

<file path=ppt/comments/comment2.xml><?xml version="1.0" encoding="utf-8"?>
<p:cmLst xmlns:p="http://schemas.openxmlformats.org/presentationml/2006/main">
  <p:cm authorId="0" dt="2026-06-15T03:24:49.406034Z" idx="2">
    <p:pos x="0" y="0"/>
    <p:text>M5 thread root — expand to see the reply.</p:text>
  </p:cm>
  <p:cm authorId="1" dt="2026-06-15T03:24:49.408711Z" idx="3">
    <p:pos x="0" y="0"/>
    <p:text>Threaded reply added by aioffice M5.</p:text>
    <p:extLst>
      <p:ext uri="{C676402C-5697-4E1C-873F-D02D1690AC5C}">
        <p15:threadingInfo xmlns:p15="http://schemas.microsoft.com/office/powerpoint/2012/main">
          <p15:parentCm authorId="0" idx="2"/>
        </p15:threadingInfo>
      </p:ext>
    </p:extLs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b8f2088879482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Masters/theme/theme2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b9f27ee6d4aa4a01" /><Relationship Type="http://schemas.openxmlformats.org/officeDocument/2006/relationships/notesMaster" Target="/ppt/notesMasters/notesMaster1.xml" Id="R7fb6f906d64b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Speaker notes written by aioffice — check presenter view.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5d9206659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63505a43b4491" /><Relationship Type="http://schemas.openxmlformats.org/officeDocument/2006/relationships/notesSlide" Target="/ppt/notesSlides/notesSlide1.xml" Id="R4492d1e97d0144a6" /><Relationship Type="http://schemas.openxmlformats.org/officeDocument/2006/relationships/image" Target="/ppt/media/image.png" Id="R001a57295fb7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8af378f9f4f99" /><Relationship Type="http://schemas.openxmlformats.org/officeDocument/2006/relationships/chart" Target="/ppt/slides/charts/chart1.xml" Id="R7a6a73925f26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251d71b4b4a26" /><Relationship Type="http://schemas.openxmlformats.org/officeDocument/2006/relationships/comments" Target="/ppt/comments/comment1.xml" Id="R286d28524b5e4e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e0ba82efa4b12" /><Relationship Type="http://schemas.openxmlformats.org/officeDocument/2006/relationships/comments" Target="/ppt/comments/comment2.xml" Id="R716fbf24e01d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f506c4ffa4b28" /><Relationship Type="http://schemas.openxmlformats.org/officeDocument/2006/relationships/hyperlink" Target="https://github.com" TargetMode="External" Id="Rdb34da8b7d1541ba" /><Relationship Type="http://schemas.openxmlformats.org/officeDocument/2006/relationships/slide" Target="/ppt/slides/slide1.xml" Id="R92ad2df3a956434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d2cbf666402e40a0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Quarterly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21</c:v>
                </c:pt>
                <c:pt idx="2">
                  <c:v>19</c:v>
                </c:pt>
                <c:pt idx="3">
                  <c:v>27</c:v>
                </c:pt>
              </c:numCache>
            </c:numRef>
          </c:val>
        </c:ser>
        <c:axId val="100001"/>
        <c:axId val="100002"/>
      </c:barChart>
      <c:catAx>
        <c:axId val="100001"/>
        <c:scaling>
          <c:orientation val="minMax"/>
        </c:scaling>
        <c:delete val="0"/>
        <c:axPos val="b"/>
        <c:crossAx val="100002"/>
      </c:catAx>
      <c:valAx>
        <c:axId val="100002"/>
        <c:scaling>
          <c:orientation val="minMax"/>
        </c:scaling>
        <c:delete val="0"/>
        <c:axPos val="l"/>
        <c:crossAx val="100001"/>
      </c:valAx>
    </c:plotArea>
    <c:plotVisOnly val="1"/>
  </c:chart>
  <c:externalData r:id="Rd2cbf666402e40a0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AIOffice PPTX Showcase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Shapes &amp; styles</a:t>
            </a:r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720000" y="180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00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/>
            <a:r>
              <a:rPr lang="en-US" sz="2000" b="1"/>
              <a:t>Solid yellow box</a:t>
            </a:r>
          </a:p>
          <a:p xmlns:a="http://schemas.openxmlformats.org/drawingml/2006/main">
            <a:pPr algn="ctr"/>
            <a:r>
              <a:rPr lang="en-US" sz="2000" b="1"/>
              <a:t>centered bold text</a:t>
            </a:r>
          </a:p>
        </p:txBody>
      </p:sp>
      <p:sp>
        <p:nvSpPr>
          <p:cNvPr id="4" name="TextBox 4"/>
          <p:cNvSpPr txBox="1"/>
          <p:nvPr/>
        </p:nvSpPr>
        <p:spPr>
          <a:xfrm xmlns:a="http://schemas.openxmlformats.org/drawingml/2006/main">
            <a:off x="4680000" y="1800000"/>
            <a:ext cx="32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CC0000"/>
                </a:solidFill>
              </a:rPr>
              <a:t>Red text on plain box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2E8F0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M2: background, notes &amp; image</a:t>
            </a:r>
          </a:p>
        </p:txBody>
      </p:sp>
      <p:pic>
        <p:nvPicPr>
          <p:cNvPr id="3" name="showcase-logo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a57295fb7472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0000" y="2160000"/>
            <a:ext cx="2160000" cy="1080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M3: chart, geometries &amp; transition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mlns:a="http://schemas.openxmlformats.org/drawingml/2006/main" x="720000" y="1620000"/>
          <a:ext xmlns:a="http://schemas.openxmlformats.org/drawingml/2006/main" cx="5760000" cy="396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a73925f2646b5"/>
          </a:graphicData>
        </a:graphic>
      </p:graphicFrame>
      <p:sp>
        <p:nvSpPr>
          <p:cNvPr id="4" name="Ellipse 4"/>
          <p:cNvSpPr/>
          <p:nvPr/>
        </p:nvSpPr>
        <p:spPr>
          <a:xfrm xmlns:a="http://schemas.openxmlformats.org/drawingml/2006/main">
            <a:off x="7200000" y="1620000"/>
            <a:ext cx="180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/>
            <a:r>
              <a:rPr lang="en-US"/>
              <a:t>ellipse</a:t>
            </a:r>
          </a:p>
        </p:txBody>
      </p:sp>
      <p:sp>
        <p:nvSpPr>
          <p:cNvPr id="5" name="Arrow 5"/>
          <p:cNvSpPr/>
          <p:nvPr/>
        </p:nvSpPr>
        <p:spPr>
          <a:xfrm xmlns:a="http://schemas.openxmlformats.org/drawingml/2006/main">
            <a:off x="9360000" y="1620000"/>
            <a:ext cx="1800000" cy="10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7D31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cxnSp>
        <p:nvCxnSpPr>
          <p:cNvPr id="6" name="Line 6"/>
          <p:cNvCxnSpPr/>
          <p:nvPr/>
        </p:nvCxnSpPr>
        <p:spPr>
          <a:xfrm xmlns:a="http://schemas.openxmlformats.org/drawingml/2006/main" flipV="1">
            <a:off x="7200000" y="3240000"/>
            <a:ext cx="3960000" cy="1080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</a:ln>
        </p:spPr>
      </p:cxnSp>
    </p:spTree>
  </p:cSld>
  <p:clrMapOvr>
    <a:masterClrMapping xmlns:a="http://schemas.openxmlformats.org/drawingml/2006/main"/>
  </p:clrMapOvr>
  <p:transition xmlns:p14="http://schemas.microsoft.com/office/powerpoint/2010/main" p14:dur="700">
    <p:fade/>
  </p:transition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M4: animations, comments &amp; replace</a:t>
            </a:r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1440000" y="2160000"/>
            <a:ext cx="43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lang="en-US"/>
              <a:t>This box fades in on click </a:t>
            </a:r>
            <a:r>
              <a:rPr lang="en-US"/>
              <a:t>(replaced by aioffice)</a:t>
            </a:r>
          </a:p>
        </p:txBody>
      </p:sp>
    </p:spTree>
  </p:cSld>
  <p:clrMapOvr>
    <a:masterClrMapping xmlns:a="http://schemas.openxmlformats.org/drawingml/2006/main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M5: tables, replies &amp; emphasis/exit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720000" y="1800000"/>
          <a:ext xmlns:a="http://schemas.openxmlformats.org/drawingml/2006/main" cx="7200000" cy="144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00000"/>
                <a:gridCol w="1800000"/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r>
                        <a:rPr lang="en-US"/>
                        <a:t>EMEA (merged down)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Grand total (merged right)</a:t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>
                    <a:lnL w="12700">
                      <a:solidFill>
                        <a:srgbClr val="8EAADB"/>
                      </a:solidFill>
                    </a:lnL>
                    <a:lnR w="12700">
                      <a:solidFill>
                        <a:srgbClr val="8EAADB"/>
                      </a:solidFill>
                    </a:lnR>
                    <a:lnT w="12700">
                      <a:solidFill>
                        <a:srgbClr val="8EAADB"/>
                      </a:solidFill>
                    </a:lnT>
                    <a:lnB w="12700">
                      <a:solidFill>
                        <a:srgbClr val="8EAADB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 xmlns:a="http://schemas.openxmlformats.org/drawingml/2006/main">
            <a:off x="8280000" y="1800000"/>
            <a:ext cx="288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lang="en-US"/>
              <a:t>Pulses, then fades out</a:t>
            </a:r>
          </a:p>
        </p:txBody>
      </p:sp>
    </p:spTree>
  </p:cSld>
  <p:clrMapOvr>
    <a:masterClrMapping xmlns:a="http://schemas.openxmlformats.org/drawingml/2006/main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M8: shape hyperlinks &amp; actions</a:t>
            </a:r>
          </a:p>
        </p:txBody>
      </p:sp>
      <p:sp>
        <p:nvSpPr>
          <p:cNvPr id="3" name="RoundRect 3">
            <a:hlinkClick xmlns:r="http://schemas.openxmlformats.org/officeDocument/2006/relationships" r:id="Rdb34da8b7d1541ba"/>
          </p:cNvPr>
          <p:cNvSpPr/>
          <p:nvPr/>
        </p:nvSpPr>
        <p:spPr>
          <a:xfrm xmlns:a="http://schemas.openxmlformats.org/drawingml/2006/main">
            <a:off x="720000" y="2160000"/>
            <a:ext cx="288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FFFFFF"/>
                </a:solidFill>
              </a:rPr>
              <a:t>Open the web</a:t>
            </a:r>
          </a:p>
        </p:txBody>
      </p:sp>
      <p:sp>
        <p:nvSpPr>
          <p:cNvPr id="4" name="RoundRect 4">
            <a:hlinkClick xmlns:r="http://schemas.openxmlformats.org/officeDocument/2006/relationships" r:id="R92ad2df3a9564346" action="ppaction://hlinksldjump"/>
          </p:cNvPr>
          <p:cNvSpPr/>
          <p:nvPr/>
        </p:nvSpPr>
        <p:spPr>
          <a:xfrm xmlns:a="http://schemas.openxmlformats.org/drawingml/2006/main">
            <a:off x="4320000" y="2160000"/>
            <a:ext cx="288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FFFFFF"/>
                </a:solidFill>
              </a:rPr>
              <a:t>Back to slide 1</a:t>
            </a:r>
          </a:p>
        </p:txBody>
      </p:sp>
      <p:sp>
        <p:nvSpPr>
          <p:cNvPr id="5" name="RoundRect 5">
            <a:hlinkClick xmlns:r="http://schemas.openxmlformats.org/officeDocument/2006/relationships" r:id="" action="ppaction://hlinkshowjump?jump=endshow"/>
          </p:cNvPr>
          <p:cNvSpPr/>
          <p:nvPr/>
        </p:nvSpPr>
        <p:spPr>
          <a:xfrm xmlns:a="http://schemas.openxmlformats.org/drawingml/2006/main">
            <a:off x="7920000" y="2160000"/>
            <a:ext cx="288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/>
            <a:r>
              <a:rPr lang="en-US">
                <a:solidFill>
                  <a:srgbClr val="FFFFFF"/>
                </a:solidFill>
              </a:rPr>
              <a:t>End the show</a:t>
            </a:r>
          </a:p>
        </p:txBody>
      </p:sp>
    </p:spTree>
  </p:cSld>
  <p:clrMapOvr>
    <a:masterClrMapping xmlns:a="http://schemas.openxmlformats.org/drawingml/2006/main"/>
  </p:clrMapOvr>
</p:sld>
</file>