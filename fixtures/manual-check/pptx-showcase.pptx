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55ac9d25fd6442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b0da4a5e0604043"/>
  </p:notesMasterIdLst>
  <p:sldIdLst>
    <p:sldId xmlns:r="http://schemas.openxmlformats.org/officeDocument/2006/relationships" id="256" r:id="rId2"/>
    <p:sldId id="257" r:id="Ra730d0ee674d4305"/>
    <p:sldId id="258" r:id="R68a765be36524e96"/>
    <p:sldId id="259" r:id="R48b1c5c1f32b4a23"/>
    <p:sldId id="260" r:id="R839c3fbaf97f47e9"/>
    <p:sldId id="261" r:id="Rb593562ae8d340d4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a730d0ee674d4305" /><Relationship Type="http://schemas.openxmlformats.org/officeDocument/2006/relationships/slide" Target="/ppt/slides/slide3.xml" Id="R68a765be36524e96" /><Relationship Type="http://schemas.openxmlformats.org/officeDocument/2006/relationships/notesMaster" Target="/ppt/notesMasters/notesMaster1.xml" Id="R2b0da4a5e0604043" /><Relationship Type="http://schemas.openxmlformats.org/officeDocument/2006/relationships/slide" Target="/ppt/slides/slide4.xml" Id="R48b1c5c1f32b4a23" /><Relationship Type="http://schemas.openxmlformats.org/officeDocument/2006/relationships/slide" Target="/ppt/slides/slide5.xml" Id="R839c3fbaf97f47e9" /><Relationship Type="http://schemas.openxmlformats.org/officeDocument/2006/relationships/commentAuthors" Target="/ppt/commentAuthors.xml" Id="R510c774ca9dd4293" /><Relationship Type="http://schemas.openxmlformats.org/officeDocument/2006/relationships/slide" Target="/ppt/slides/slide6.xml" Id="Rb593562ae8d340d4" /></Relationships>
</file>

<file path=ppt/comments/comment1.xml><?xml version="1.0" encoding="utf-8"?>
<p:cmLst xmlns:p="http://schemas.openxmlformats.org/presentationml/2006/main">
  <p:cm authorId="0" dt="2026-06-13T03:59:53.285639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03:59:53.305365Z" idx="2">
    <p:pos x="0" y="0"/>
    <p:text>M5 thread root — expand to see the reply.</p:text>
  </p:cm>
  <p:cm authorId="1" dt="2026-06-13T03:59:53.317439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303b97e07b04599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b290d5571e9e4eb6" /><Relationship Type="http://schemas.openxmlformats.org/officeDocument/2006/relationships/notesMaster" Target="/ppt/notesMasters/notesMaster1.xml" Id="Rb2941f0c3d7641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4b26c1ce5d4b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634162f144651" /><Relationship Type="http://schemas.openxmlformats.org/officeDocument/2006/relationships/notesSlide" Target="/ppt/notesSlides/notesSlide1.xml" Id="R747b61f67911474e" /><Relationship Type="http://schemas.openxmlformats.org/officeDocument/2006/relationships/image" Target="/ppt/media/image.png" Id="R05ca7aca4e8d47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bde057d1a4eef" /><Relationship Type="http://schemas.openxmlformats.org/officeDocument/2006/relationships/chart" Target="/ppt/slides/charts/chart1.xml" Id="Re88f686328f847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ef60d7e204e58" /><Relationship Type="http://schemas.openxmlformats.org/officeDocument/2006/relationships/comments" Target="/ppt/comments/comment1.xml" Id="Rf6234caf654343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47f43561ad4a4b" /><Relationship Type="http://schemas.openxmlformats.org/officeDocument/2006/relationships/comments" Target="/ppt/comments/comment2.xml" Id="Rac22165616fc4253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dba78fd2e37f4ec8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dba78fd2e37f4ec8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a7aca4e8d471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8f686328f847d9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