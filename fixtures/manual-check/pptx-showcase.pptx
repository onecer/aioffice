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a71dd5388ca4c1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c0ee55e69c74b69"/>
  </p:notesMasterIdLst>
  <p:sldIdLst>
    <p:sldId xmlns:r="http://schemas.openxmlformats.org/officeDocument/2006/relationships" id="256" r:id="rId2"/>
    <p:sldId id="257" r:id="R21b073197730402e"/>
    <p:sldId id="258" r:id="Raaacc6aa23c9451a"/>
  </p:sldIdLst>
  <p:sldSz cx="12192000" cy="68580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21b073197730402e" /><Relationship Type="http://schemas.openxmlformats.org/officeDocument/2006/relationships/slide" Target="/ppt/slides/slide3.xml" Id="Raaacc6aa23c9451a" /><Relationship Type="http://schemas.openxmlformats.org/officeDocument/2006/relationships/notesMaster" Target="/ppt/notesMasters/notesMaster1.xml" Id="R4c0ee55e69c74b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59027e26b1d478b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6ebc16e3a4a34883" /><Relationship Type="http://schemas.openxmlformats.org/officeDocument/2006/relationships/notesMaster" Target="/ppt/notesMasters/notesMaster1.xml" Id="Rca261ce2c34242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ed74ab1b349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a0ffe47484ec3" /><Relationship Type="http://schemas.openxmlformats.org/officeDocument/2006/relationships/notesSlide" Target="/ppt/notesSlides/notesSlide1.xml" Id="R9a8b78e29eec4536" /><Relationship Type="http://schemas.openxmlformats.org/officeDocument/2006/relationships/image" Target="/ppt/media/image.png" Id="Re4ec60701c374d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c60701c374dc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