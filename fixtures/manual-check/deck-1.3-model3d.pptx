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media/mediadataglb" ContentType="model/gltf-binary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514766bfa80482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microsoft.com/office/2007/relationships/media" Target="/media/mediadataglb" Id="R7d861db601c544f7" /></Relationships>
</file>

<file path=ppt/slides/slide1.xml><?xml version="1.0" encoding="utf-8"?>
<p:sld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Chair"/>
          <p:cNvPicPr>
            <a:picLocks noChangeAspect="1"/>
          </p:cNvPicPr>
          <p:nvPr>
            <p:extLst>
              <p:ext uri="{DAA4B4D4-6D71-4841-9C94-3DE7FCFB9230}">
                <p14:media xmlns:p14="http://schemas.microsoft.com/office/powerpoint/2010/main" xmlns:r="http://schemas.openxmlformats.org/officeDocument/2006/relationships" r:embed="R7d861db601c544f7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1080000" y="1080000"/>
            <a:ext cx="2880000" cy="2160000"/>
          </a:xfrm>
          <a:prstGeom prst="rect">
            <a:avLst/>
          </a:prstGeom>
        </p:spPr>
      </p:pic>
    </p:spTree>
  </p:cSld>
  <p:clrMapOvr>
    <a:masterClrMapping xmlns:a="http://schemas.openxmlformats.org/drawingml/2006/main"/>
  </p:clrMapOvr>
</p:sld>
</file>