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psmdcp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8e8d2f40b8d4119" /><Relationship Type="http://schemas.openxmlformats.org/package/2006/relationships/metadata/core-properties" Target="/package/services/metadata/core-properties/1a678282495a4813b25aa4c0f6e1470b.psmdcp" Id="R60dd6565a1a14bc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f8305426f2314d92" /></Relationships>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Q4 Review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20000" y="2880000"/>
            <a:ext cx="5760000" cy="1080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/>
              <a:t>Revenue up 12%</a:t>
            </a:r>
          </a:p>
        </p:txBody>
      </p:sp>
      <p:pic>
        <p:nvPicPr>
          <p:cNvPr id="4" name="pic.png" descr="Brand mark, blue square"/>
          <p:cNvPicPr>
            <a:picLocks noChangeAspect="1"/>
          </p:cNvPicPr>
          <p:nvPr/>
        </p:nvPicPr>
        <p:blipFill>
          <a:blip xmlns:r="http://schemas.openxmlformats.org/officeDocument/2006/relationships" r:embed="Rf8305426f2314d92"/>
          <a:stretch>
            <a:fillRect/>
          </a:stretch>
        </p:blipFill>
        <p:spPr>
          <a:xfrm>
            <a:off x="720000" y="720000"/>
            <a:ext cx="1080000" cy="1080000"/>
          </a:xfrm>
          <a:prstGeom prst="rect">
            <a:avLst/>
          </a:prstGeom>
        </p:spPr>
      </p:pic>
    </p:spTree>
  </p:cSld>
  <p:clrMapOvr>
    <a:masterClrMapping xmlns:a="http://schemas.openxmlformats.org/drawingml/2006/main"/>
  </p:clrMapOvr>
</p:sld>
</file>