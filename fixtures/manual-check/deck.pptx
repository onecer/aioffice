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png" ContentType="image/png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Masters/slideMaster1.xml" ContentType="application/vnd.openxmlformats-officedocument.presentationml.slideMaster+xml"/>
  <Override PartName="/ppt/slideLayouts/slideMasters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631f66b04fc44728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f3aa8718d28243fc"/>
  </p:notesMasterIdLst>
  <p:sldIdLst>
    <p:sldId xmlns:r="http://schemas.openxmlformats.org/officeDocument/2006/relationships" id="256" r:id="rId2"/>
  </p:sldIdLst>
  <p:sldSz cx="12192000" cy="68580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" Target="/ppt/slides/slide1.xml" Id="rId2" /><Relationship Type="http://schemas.openxmlformats.org/officeDocument/2006/relationships/slideMaster" Target="/ppt/slideLayouts/slideMasters/slideMaster1.xml" Id="rId1" /><Relationship Type="http://schemas.openxmlformats.org/officeDocument/2006/relationships/notesMaster" Target="/ppt/notesMasters/notesMaster1.xml" Id="Rf3aa8718d28243f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708a01f87c554f7d" /></Relationships>
</file>

<file path=ppt/notesMasters/notesMaster1.xml><?xml version="1.0" encoding="utf-8"?>
<p:notes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notesStyle/>
</p:notesMaster>
</file>

<file path=ppt/notesMasters/theme/theme2.xml><?xml version="1.0" encoding="utf-8"?>
<a:theme xmlns:a="http://schemas.openxmlformats.org/drawingml/2006/main" name="AIOffice">
  <a:themeElements>
    <a:clrScheme name="AI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I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AI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8bf0bd3284e4e0e" /><Relationship Type="http://schemas.openxmlformats.org/officeDocument/2006/relationships/notesMaster" Target="/ppt/notesMasters/notesMaster1.xml" Id="R57e82e5cf19a46d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Notes Placeholder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Speaker notes written by aioffice.</a:t>
            </a:r>
          </a:p>
          <a:p xmlns:a="http://schemas.openxmlformats.org/drawingml/2006/main">
            <a:r>
              <a:rPr lang="en-US"/>
              <a:t>Check: dark background, white title, embedded image.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Layouts/slideMasters/slideMaster1.xml" Id="rId1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Ovr>
    <a:masterClrMapping xmlns:a="http://schemas.openxmlformats.org/drawingml/2006/main"/>
  </p:clrMapOvr>
</p:sldLayout>
</file>

<file path=ppt/slideLayouts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Layouts/slideMasters/theme/theme1.xml" Id="rId2" /><Relationship Type="http://schemas.openxmlformats.org/officeDocument/2006/relationships/slideLayout" Target="/ppt/slideLayouts/slideLayout1.xml" Id="rId1" /></Relationships>
</file>

<file path=ppt/slideLayouts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</p:sldLayoutIdLst>
</p:sldMaster>
</file>

<file path=ppt/slideLayouts/slideMasters/theme/theme1.xml><?xml version="1.0" encoding="utf-8"?>
<a:theme xmlns:a="http://schemas.openxmlformats.org/drawingml/2006/main" name="AIOffice">
  <a:themeElements>
    <a:clrScheme name="AI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I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AI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image" Target="/ppt/media/image.png" Id="R0b5b54926a6e4f13" /><Relationship Type="http://schemas.openxmlformats.org/officeDocument/2006/relationships/notesSlide" Target="/ppt/notesSlides/notesSlide1.xml" Id="R4a148bcccf2740e5" /></Relationships>
</file>

<file path=ppt/slides/slide1.xml><?xml version="1.0" encoding="utf-8"?>
<p:sld xmlns:a="http://schemas.openxmlformats.org/drawingml/2006/main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>
                <a:solidFill>
                  <a:srgbClr val="FFFFFF"/>
                </a:solidFill>
              </a:rPr>
              <a:t>AIOffice M2 Deck</a:t>
            </a:r>
          </a:p>
        </p:txBody>
      </p:sp>
      <p:pic>
        <p:nvPicPr>
          <p:cNvPr id="3" name="deck-logo.png"/>
          <p:cNvPicPr>
            <a:picLocks noChangeAspect="1"/>
          </p:cNvPicPr>
          <p:nvPr/>
        </p:nvPicPr>
        <p:blipFill>
          <a:blip xmlns:r="http://schemas.openxmlformats.org/officeDocument/2006/relationships" r:embed="R0b5b54926a6e4f13"/>
          <a:stretch>
            <a:fillRect/>
          </a:stretch>
        </p:blipFill>
        <p:spPr>
          <a:xfrm>
            <a:off x="720000" y="2880000"/>
            <a:ext cx="3240000" cy="1822500"/>
          </a:xfrm>
          <a:prstGeom prst="rect">
            <a:avLst/>
          </a:prstGeom>
        </p:spPr>
      </p:pic>
    </p:spTree>
  </p:cSld>
  <p:clrMapOvr>
    <a:masterClrMapping xmlns:a="http://schemas.openxmlformats.org/drawingml/2006/main"/>
  </p:clrMapOvr>
</p:sld>
</file>