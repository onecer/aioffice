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2688168042246b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Reviewer" initials="R" lastIdx="1" clrIdx="0"/>
  <p:cmAuthor id="1" name="Author" initials="A" lastIdx="2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commentAuthors" Target="/ppt/commentAuthors.xml" Id="Refea7c2591e54c0d" /></Relationships>
</file>

<file path=ppt/comments/comment1.xml><?xml version="1.0" encoding="utf-8"?>
<p:cmLst xmlns:p="http://schemas.openxmlformats.org/presentationml/2006/main">
  <p:cm authorId="0" dt="2026-06-12T15:49:08.291035Z" idx="1">
    <p:pos x="0" y="0"/>
    <p:text>Check the table style and the two animations in a real PowerPoint.</p:text>
  </p:cm>
  <p:cm authorId="1" dt="2026-06-12T15:49:08.825884Z" idx="2">
    <p:pos x="0" y="0"/>
    <p:text>Looks good on PowerPoint 2024 (mac).</p:text>
    <p:extLst>
      <p:ext uri="{C676402C-5697-4E1C-873F-D02D1690AC5C}">
        <p15:threadingInfo xmlns:p15="http://schemas.microsoft.com/office/powerpoint/2012/main">
          <p15:parentCm authorId="0" idx="1"/>
        </p15:threadingInfo>
      </p:ext>
    </p:extLst>
  </p:cm>
</p:cmLst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comments" Target="/ppt/comments/comment1.xml" Id="R833f38ed84874a6e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M5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720000" y="2520000"/>
          <a:ext cx="10080000" cy="1080000"/>
        </p:xfrm>
        <a:graphic>
          <a:graphicData uri="http://schemas.openxmlformats.org/drawingml/2006/table">
            <a:tbl>
              <a:tblPr firstRow="1"/>
              <a:tblGrid>
                <a:gridCol w="2520000"/>
                <a:gridCol w="2520000"/>
                <a:gridCol w="2520000"/>
                <a:gridCol w="2520000"/>
              </a:tblGrid>
              <a:tr h="360000">
                <a:tc gridSpan="3"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Merged header (3 cols)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lang="en-US"/>
                        <a:t>markdown bridge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shipped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r>
                        <a:rPr lang="en-US"/>
                        <a:t>csv bridge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shipped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ulse-me"/>
          <p:cNvSpPr txBox="1"/>
          <p:nvPr/>
        </p:nvSpPr>
        <p:spPr>
          <a:xfrm>
            <a:off x="720000" y="1260000"/>
            <a:ext cx="4320000" cy="7200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r>
              <a:rPr lang="en-US">
                <a:solidFill>
                  <a:srgbClr val="FFFFFF"/>
                </a:solidFill>
              </a:rPr>
              <a:t>emphasis: pulse</a:t>
            </a:r>
          </a:p>
        </p:txBody>
      </p:sp>
      <p:sp>
        <p:nvSpPr>
          <p:cNvPr id="5" name="fade-out"/>
          <p:cNvSpPr txBox="1"/>
          <p:nvPr/>
        </p:nvSpPr>
        <p:spPr>
          <a:xfrm>
            <a:off x="5760000" y="1260000"/>
            <a:ext cx="4320000" cy="720000"/>
          </a:xfrm>
          <a:prstGeom prst="rect">
            <a:avLst/>
          </a:prstGeom>
          <a:solidFill>
            <a:srgbClr val="C0504D"/>
          </a:solidFill>
        </p:spPr>
        <p:txBody>
          <a:bodyPr wrap="square"/>
          <a:lstStyle/>
          <a:p>
            <a:r>
              <a:rPr lang="en-US">
                <a:solidFill>
                  <a:srgbClr val="FFFFFF"/>
                </a:solidFill>
              </a:rPr>
              <a:t>exit: fadeOut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