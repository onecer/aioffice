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Masters/slideMaster1.xml" ContentType="application/vnd.openxmlformats-officedocument.presentationml.slideMaster+xml"/>
  <Override PartName="/ppt/slideLayouts/slideMasters/theme/theme1.xml" ContentType="application/vnd.openxmlformats-officedocument.them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Layouts/slideLayouts/slideLayout2.xml" ContentType="application/vnd.openxmlformats-officedocument.presentationml.slideLayout+xml"/>
  <Override PartName="/ppt/slides/slide4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c70ab56832345f3" /></Relationships>
</file>

<file path=ppt/presentation.xml><?xml version="1.0" encoding="utf-8"?>
<p:presentation xmlns:p14="http://schemas.microsoft.com/office/powerpoint/2010/main"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7" r:id="R540342f413b34f6e"/>
    <p:sldId id="258" r:id="R12f0f41fc5fe4e7d"/>
    <p:sldId id="259" r:id="R91da33eb355e42b5"/>
    <p:sldId xmlns:r="http://schemas.openxmlformats.org/officeDocument/2006/relationships" id="256" r:id="rId2"/>
  </p:sldIdLst>
  <p:sldSz cx="9144000" cy="6858000" type="screen4x3"/>
  <p:notesSz cx="6858000" cy="9144000"/>
  <p:defaultTextStyle/>
  <p:extLst>
    <p:ext uri="{521415D9-36F7-43E2-AB2F-B90AF26B5E84}">
      <p14:sectionLst xmlns:p14="http://schemas.microsoft.com/office/powerpoint/2010/main">
        <p14:section name="Intro" id="{4E949336-902C-4BCE-838C-8AB502481BE2}">
          <p14:sldIdLst>
            <p14:sldId id="257"/>
          </p14:sldIdLst>
        </p14:section>
        <p14:section name="Body" id="{C2836706-0E53-4F3D-9D48-CB392C901D4F}">
          <p14:sldIdLst>
            <p14:sldId id="258"/>
            <p14:sldId id="259"/>
            <p14:sldId id="256"/>
          </p14:sldIdLst>
        </p14:section>
      </p14:sectionLst>
    </p:ext>
  </p:extLst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/ppt/slides/slide1.xml" Id="rId2" /><Relationship Type="http://schemas.openxmlformats.org/officeDocument/2006/relationships/slideMaster" Target="/ppt/slideLayouts/slideMasters/slideMaster1.xml" Id="rId1" /><Relationship Type="http://schemas.openxmlformats.org/officeDocument/2006/relationships/slide" Target="/ppt/slides/slide2.xml" Id="R540342f413b34f6e" /><Relationship Type="http://schemas.openxmlformats.org/officeDocument/2006/relationships/slide" Target="/ppt/slides/slide3.xml" Id="R12f0f41fc5fe4e7d" /><Relationship Type="http://schemas.openxmlformats.org/officeDocument/2006/relationships/slide" Target="/ppt/slides/slide4.xml" Id="R91da33eb355e42b5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Layouts/slideMasters/slideMaster1.xml" Id="rId1" /></Relationships>
</file>

<file path=ppt/slideLayouts/slideLayout1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Ovr>
    <a:masterClrMapping xmlns:a="http://schemas.openxmlformats.org/drawingml/2006/main"/>
  </p:clrMapOvr>
</p:sldLayout>
</file>

<file path=ppt/slideLayouts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Layouts/slideMasters/slideMaster1.xml" Id="Rf75723bd4851417c" /></Relationships>
</file>

<file path=ppt/slideLayouts/slideLayouts/slideLayout2.xml><?xml version="1.0" encoding="utf-8"?>
<p:sldLayout xmlns:a="http://schemas.openxmlformats.org/drawingml/2006/main" xmlns:p="http://schemas.openxmlformats.org/presentationml/2006/main" type="blank">
  <p:cSld name="M6 Section Layou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Ovr>
    <a:masterClrMapping xmlns:a="http://schemas.openxmlformats.org/drawingml/2006/main"/>
  </p:clrMapOvr>
</p:sldLayout>
</file>

<file path=ppt/slideLayouts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Layouts/slideMasters/theme/theme1.xml" Id="rId2" /><Relationship Type="http://schemas.openxmlformats.org/officeDocument/2006/relationships/slideLayout" Target="/ppt/slideLayouts/slideLayout1.xml" Id="rId1" /><Relationship Type="http://schemas.openxmlformats.org/officeDocument/2006/relationships/slideLayout" Target="/ppt/slideLayouts/slideLayouts/slideLayout2.xml" Id="Rd4db7397cb1b4683" /></Relationships>
</file>

<file path=ppt/slideLayouts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id="2147483650" r:id="Rd4db7397cb1b4683"/>
  </p:sldLayoutIdLst>
</p:sldMaster>
</file>

<file path=ppt/slideLayouts/slideMasters/theme/theme1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8BDF8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af39a9cf944fc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9bd0b9eef24b9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s/slideLayout2.xml" Id="Ra445ac9b09ff4f7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AIOffice M6 — Manual Check</a:t>
            </a:r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Body slide A</a:t>
            </a:r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Body slide B</a:t>
            </a:r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Uses cloned layout</a:t>
            </a:r>
          </a:p>
        </p:txBody>
      </p:sp>
    </p:spTree>
  </p:cSld>
  <p:clrMapOvr>
    <a:masterClrMapping xmlns:a="http://schemas.openxmlformats.org/drawingml/2006/main"/>
  </p:clrMapOvr>
</p:sld>
</file>