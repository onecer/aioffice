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Masters/slideMaster1.xml" ContentType="application/vnd.openxmlformats-officedocument.presentationml.slideMaster+xml"/>
  <Override PartName="/ppt/slideLayouts/slideMasters/theme/theme1.xml" ContentType="application/vnd.openxmlformats-officedocument.them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11a3445f5454269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xmlns:r="http://schemas.openxmlformats.org/officeDocument/2006/relationships" id="256" r:id="rId2"/>
    <p:sldId id="257" r:id="R109b600dcb8546b1"/>
  </p:sldIdLst>
  <p:sldSz cx="12192000" cy="68580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slideMaster" Target="/ppt/slideLayouts/slideMasters/slideMaster1.xml" Id="rId1" /><Relationship Type="http://schemas.openxmlformats.org/officeDocument/2006/relationships/slide" Target="/ppt/slides/slide2.xml" Id="R109b600dcb8546b1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Layouts/slideMasters/theme/theme1.xml" Id="rId2" /><Relationship Type="http://schemas.openxmlformats.org/officeDocument/2006/relationships/slideLayout" Target="/ppt/slideLayouts/slideLayout1.xml" Id="rId1" /></Relationships>
</file>

<file path=ppt/slideLayouts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</p:sldMaster>
</file>

<file path=ppt/slideLayouts/slideMasters/theme/theme1.xml><?xml version="1.0" encoding="utf-8"?>
<a:theme xmlns:a="http://schemas.openxmlformats.org/drawingml/2006/main" name="AIOffice">
  <a:themeElements>
    <a:clrScheme name="AI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I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AI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293a6aa133491a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/>
          <p:cNvSpPr txBox="1"/>
          <p:nvPr/>
        </p:nvSpPr>
        <p:spPr>
          <a:xfrm>
            <a:off x="720000" y="1080000"/>
            <a:ext cx="3600000" cy="7200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AIOffice</a:t>
            </a:r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185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/>
              <a:t>Hello</a:t>
            </a:r>
          </a:p>
        </p:txBody>
      </p:sp>
    </p:spTree>
  </p:cSld>
  <p:clrMapOvr>
    <a:masterClrMapping xmlns:a="http://schemas.openxmlformats.org/drawingml/2006/main"/>
  </p:clrMapOvr>
</p:sld>
</file>